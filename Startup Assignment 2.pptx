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</p:sldMasterIdLst>
  <p:sldIdLst>
    <p:sldId id="256" r:id="rId3"/>
    <p:sldId id="259" r:id="rId4"/>
    <p:sldId id="268" r:id="rId5"/>
    <p:sldId id="261" r:id="rId6"/>
    <p:sldId id="269" r:id="rId7"/>
    <p:sldId id="270" r:id="rId8"/>
    <p:sldId id="264" r:id="rId9"/>
    <p:sldId id="271" r:id="rId10"/>
    <p:sldId id="272" r:id="rId11"/>
    <p:sldId id="273" r:id="rId12"/>
    <p:sldId id="277" r:id="rId13"/>
    <p:sldId id="274" r:id="rId14"/>
    <p:sldId id="275" r:id="rId15"/>
    <p:sldId id="276" r:id="rId16"/>
    <p:sldId id="263" r:id="rId1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854720" y="873720"/>
            <a:ext cx="6311160" cy="2842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071080" y="1434600"/>
            <a:ext cx="5001840" cy="1371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1705320" y="1392120"/>
            <a:ext cx="2761200" cy="77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title"/>
          </p:nvPr>
        </p:nvSpPr>
        <p:spPr>
          <a:xfrm>
            <a:off x="5448960" y="1392120"/>
            <a:ext cx="2765160" cy="77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1705320" y="2916720"/>
            <a:ext cx="2761200" cy="77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5"/>
          <p:cNvSpPr>
            <a:spLocks noGrp="1"/>
          </p:cNvSpPr>
          <p:nvPr>
            <p:ph type="title"/>
          </p:nvPr>
        </p:nvSpPr>
        <p:spPr>
          <a:xfrm>
            <a:off x="5448960" y="2916720"/>
            <a:ext cx="2765160" cy="77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6"/>
          <p:cNvSpPr>
            <a:spLocks noGrp="1"/>
          </p:cNvSpPr>
          <p:nvPr>
            <p:ph type="title"/>
          </p:nvPr>
        </p:nvSpPr>
        <p:spPr>
          <a:xfrm>
            <a:off x="929520" y="1605960"/>
            <a:ext cx="775440" cy="775440"/>
          </a:xfrm>
          <a:prstGeom prst="rect">
            <a:avLst/>
          </a:prstGeom>
          <a:solidFill>
            <a:schemeClr val="dk2"/>
          </a:solidFill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7"/>
          <p:cNvSpPr>
            <a:spLocks noGrp="1"/>
          </p:cNvSpPr>
          <p:nvPr>
            <p:ph type="title"/>
          </p:nvPr>
        </p:nvSpPr>
        <p:spPr>
          <a:xfrm>
            <a:off x="929520" y="3132720"/>
            <a:ext cx="775440" cy="775440"/>
          </a:xfrm>
          <a:prstGeom prst="rect">
            <a:avLst/>
          </a:prstGeom>
          <a:solidFill>
            <a:schemeClr val="dk2"/>
          </a:solidFill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8"/>
          <p:cNvSpPr>
            <a:spLocks noGrp="1"/>
          </p:cNvSpPr>
          <p:nvPr>
            <p:ph type="title"/>
          </p:nvPr>
        </p:nvSpPr>
        <p:spPr>
          <a:xfrm>
            <a:off x="4673160" y="1605960"/>
            <a:ext cx="775440" cy="775440"/>
          </a:xfrm>
          <a:prstGeom prst="rect">
            <a:avLst/>
          </a:prstGeom>
          <a:solidFill>
            <a:schemeClr val="dk2"/>
          </a:solidFill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9"/>
          <p:cNvSpPr>
            <a:spLocks noGrp="1"/>
          </p:cNvSpPr>
          <p:nvPr>
            <p:ph type="title"/>
          </p:nvPr>
        </p:nvSpPr>
        <p:spPr>
          <a:xfrm>
            <a:off x="4673160" y="3132720"/>
            <a:ext cx="775440" cy="775440"/>
          </a:xfrm>
          <a:prstGeom prst="rect">
            <a:avLst/>
          </a:prstGeom>
          <a:solidFill>
            <a:schemeClr val="dk2"/>
          </a:solidFill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Google Shape;62;p13"/>
          <p:cNvSpPr/>
          <p:nvPr/>
        </p:nvSpPr>
        <p:spPr>
          <a:xfrm rot="13500000" flipH="1">
            <a:off x="7088760" y="-455400"/>
            <a:ext cx="3090960" cy="1238040"/>
          </a:xfrm>
          <a:custGeom>
            <a:avLst/>
            <a:gdLst>
              <a:gd name="textAreaLeft" fmla="*/ 360 w 3090960"/>
              <a:gd name="textAreaRight" fmla="*/ 3091680 w 3090960"/>
              <a:gd name="textAreaTop" fmla="*/ 0 h 1238040"/>
              <a:gd name="textAreaBottom" fmla="*/ 1238400 h 123804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" name="Google Shape;63;p13"/>
          <p:cNvSpPr/>
          <p:nvPr/>
        </p:nvSpPr>
        <p:spPr>
          <a:xfrm rot="8100000">
            <a:off x="-580320" y="-10440"/>
            <a:ext cx="1584720" cy="635040"/>
          </a:xfrm>
          <a:custGeom>
            <a:avLst/>
            <a:gdLst>
              <a:gd name="textAreaLeft" fmla="*/ 0 w 1584720"/>
              <a:gd name="textAreaRight" fmla="*/ 1585080 w 1584720"/>
              <a:gd name="textAreaTop" fmla="*/ 0 h 635040"/>
              <a:gd name="textAreaBottom" fmla="*/ 635400 h 63504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" name="Google Shape;64;p13"/>
          <p:cNvSpPr/>
          <p:nvPr/>
        </p:nvSpPr>
        <p:spPr>
          <a:xfrm rot="4196400">
            <a:off x="7976880" y="3690360"/>
            <a:ext cx="1315080" cy="1825560"/>
          </a:xfrm>
          <a:custGeom>
            <a:avLst/>
            <a:gdLst>
              <a:gd name="textAreaLeft" fmla="*/ 0 w 1315080"/>
              <a:gd name="textAreaRight" fmla="*/ 1315440 w 1315080"/>
              <a:gd name="textAreaTop" fmla="*/ 0 h 1825560"/>
              <a:gd name="textAreaBottom" fmla="*/ 1825920 h 1825560"/>
            </a:gdLst>
            <a:ahLst/>
            <a:cxnLst/>
            <a:rect l="textAreaLeft" t="textAreaTop" r="textAreaRight" b="textAreaBottom"/>
            <a:pathLst>
              <a:path w="72881" h="104143">
                <a:moveTo>
                  <a:pt x="9820" y="0"/>
                </a:moveTo>
                <a:cubicBezTo>
                  <a:pt x="9659" y="0"/>
                  <a:pt x="9503" y="56"/>
                  <a:pt x="9362" y="157"/>
                </a:cubicBezTo>
                <a:cubicBezTo>
                  <a:pt x="9035" y="565"/>
                  <a:pt x="8709" y="973"/>
                  <a:pt x="8464" y="1436"/>
                </a:cubicBezTo>
                <a:cubicBezTo>
                  <a:pt x="7675" y="2742"/>
                  <a:pt x="6885" y="4049"/>
                  <a:pt x="6178" y="5409"/>
                </a:cubicBezTo>
                <a:cubicBezTo>
                  <a:pt x="5443" y="6770"/>
                  <a:pt x="4763" y="8158"/>
                  <a:pt x="4164" y="9600"/>
                </a:cubicBezTo>
                <a:cubicBezTo>
                  <a:pt x="3402" y="11424"/>
                  <a:pt x="2667" y="13247"/>
                  <a:pt x="2068" y="15125"/>
                </a:cubicBezTo>
                <a:cubicBezTo>
                  <a:pt x="1551" y="16594"/>
                  <a:pt x="1170" y="18118"/>
                  <a:pt x="898" y="19642"/>
                </a:cubicBezTo>
                <a:cubicBezTo>
                  <a:pt x="463" y="22037"/>
                  <a:pt x="163" y="24459"/>
                  <a:pt x="27" y="26909"/>
                </a:cubicBezTo>
                <a:cubicBezTo>
                  <a:pt x="0" y="28868"/>
                  <a:pt x="163" y="30855"/>
                  <a:pt x="490" y="32787"/>
                </a:cubicBezTo>
                <a:cubicBezTo>
                  <a:pt x="817" y="35046"/>
                  <a:pt x="1606" y="37223"/>
                  <a:pt x="2803" y="39182"/>
                </a:cubicBezTo>
                <a:cubicBezTo>
                  <a:pt x="3075" y="39645"/>
                  <a:pt x="3375" y="40108"/>
                  <a:pt x="3701" y="40570"/>
                </a:cubicBezTo>
                <a:cubicBezTo>
                  <a:pt x="4654" y="41822"/>
                  <a:pt x="5742" y="42965"/>
                  <a:pt x="6940" y="43999"/>
                </a:cubicBezTo>
                <a:cubicBezTo>
                  <a:pt x="8246" y="45006"/>
                  <a:pt x="9634" y="45850"/>
                  <a:pt x="11131" y="46530"/>
                </a:cubicBezTo>
                <a:cubicBezTo>
                  <a:pt x="14067" y="47838"/>
                  <a:pt x="17238" y="48518"/>
                  <a:pt x="20466" y="48518"/>
                </a:cubicBezTo>
                <a:cubicBezTo>
                  <a:pt x="20529" y="48518"/>
                  <a:pt x="20592" y="48517"/>
                  <a:pt x="20656" y="48517"/>
                </a:cubicBezTo>
                <a:cubicBezTo>
                  <a:pt x="22261" y="48517"/>
                  <a:pt x="23867" y="48462"/>
                  <a:pt x="25473" y="48381"/>
                </a:cubicBezTo>
                <a:cubicBezTo>
                  <a:pt x="26806" y="48326"/>
                  <a:pt x="28140" y="48190"/>
                  <a:pt x="29500" y="48027"/>
                </a:cubicBezTo>
                <a:cubicBezTo>
                  <a:pt x="31052" y="47809"/>
                  <a:pt x="32576" y="47537"/>
                  <a:pt x="34127" y="47319"/>
                </a:cubicBezTo>
                <a:cubicBezTo>
                  <a:pt x="36032" y="47047"/>
                  <a:pt x="37882" y="46775"/>
                  <a:pt x="39842" y="46585"/>
                </a:cubicBezTo>
                <a:cubicBezTo>
                  <a:pt x="41801" y="46394"/>
                  <a:pt x="43761" y="46231"/>
                  <a:pt x="45747" y="46149"/>
                </a:cubicBezTo>
                <a:cubicBezTo>
                  <a:pt x="46010" y="46135"/>
                  <a:pt x="46272" y="46128"/>
                  <a:pt x="46535" y="46128"/>
                </a:cubicBezTo>
                <a:cubicBezTo>
                  <a:pt x="47252" y="46128"/>
                  <a:pt x="47969" y="46178"/>
                  <a:pt x="48687" y="46258"/>
                </a:cubicBezTo>
                <a:cubicBezTo>
                  <a:pt x="50074" y="46340"/>
                  <a:pt x="51462" y="46530"/>
                  <a:pt x="52850" y="46830"/>
                </a:cubicBezTo>
                <a:cubicBezTo>
                  <a:pt x="54238" y="47211"/>
                  <a:pt x="55599" y="47728"/>
                  <a:pt x="56932" y="48299"/>
                </a:cubicBezTo>
                <a:cubicBezTo>
                  <a:pt x="58810" y="49116"/>
                  <a:pt x="60443" y="50367"/>
                  <a:pt x="61695" y="52000"/>
                </a:cubicBezTo>
                <a:cubicBezTo>
                  <a:pt x="62675" y="53170"/>
                  <a:pt x="63437" y="54477"/>
                  <a:pt x="64008" y="55865"/>
                </a:cubicBezTo>
                <a:cubicBezTo>
                  <a:pt x="64797" y="57851"/>
                  <a:pt x="65233" y="59947"/>
                  <a:pt x="65287" y="62042"/>
                </a:cubicBezTo>
                <a:cubicBezTo>
                  <a:pt x="65314" y="63240"/>
                  <a:pt x="65342" y="64437"/>
                  <a:pt x="65287" y="65635"/>
                </a:cubicBezTo>
                <a:cubicBezTo>
                  <a:pt x="65233" y="66886"/>
                  <a:pt x="65097" y="68138"/>
                  <a:pt x="64906" y="69363"/>
                </a:cubicBezTo>
                <a:cubicBezTo>
                  <a:pt x="64580" y="71077"/>
                  <a:pt x="64171" y="72765"/>
                  <a:pt x="63682" y="74425"/>
                </a:cubicBezTo>
                <a:cubicBezTo>
                  <a:pt x="63001" y="76629"/>
                  <a:pt x="62239" y="78834"/>
                  <a:pt x="61368" y="80983"/>
                </a:cubicBezTo>
                <a:cubicBezTo>
                  <a:pt x="60688" y="82752"/>
                  <a:pt x="59817" y="84467"/>
                  <a:pt x="58974" y="86181"/>
                </a:cubicBezTo>
                <a:cubicBezTo>
                  <a:pt x="58402" y="87379"/>
                  <a:pt x="57722" y="88549"/>
                  <a:pt x="57041" y="89719"/>
                </a:cubicBezTo>
                <a:cubicBezTo>
                  <a:pt x="56252" y="91053"/>
                  <a:pt x="55436" y="92386"/>
                  <a:pt x="54619" y="93693"/>
                </a:cubicBezTo>
                <a:cubicBezTo>
                  <a:pt x="54293" y="94237"/>
                  <a:pt x="53939" y="94754"/>
                  <a:pt x="53558" y="95271"/>
                </a:cubicBezTo>
                <a:cubicBezTo>
                  <a:pt x="52959" y="96115"/>
                  <a:pt x="52333" y="96931"/>
                  <a:pt x="51653" y="97856"/>
                </a:cubicBezTo>
                <a:lnTo>
                  <a:pt x="71628" y="104143"/>
                </a:lnTo>
                <a:cubicBezTo>
                  <a:pt x="71737" y="102401"/>
                  <a:pt x="71846" y="100687"/>
                  <a:pt x="71928" y="98999"/>
                </a:cubicBezTo>
                <a:cubicBezTo>
                  <a:pt x="72009" y="97639"/>
                  <a:pt x="72091" y="96278"/>
                  <a:pt x="72172" y="94917"/>
                </a:cubicBezTo>
                <a:cubicBezTo>
                  <a:pt x="72309" y="92658"/>
                  <a:pt x="72254" y="90400"/>
                  <a:pt x="72635" y="88168"/>
                </a:cubicBezTo>
                <a:cubicBezTo>
                  <a:pt x="72744" y="87270"/>
                  <a:pt x="72798" y="86372"/>
                  <a:pt x="72771" y="85474"/>
                </a:cubicBezTo>
                <a:cubicBezTo>
                  <a:pt x="72826" y="84195"/>
                  <a:pt x="72880" y="82943"/>
                  <a:pt x="72880" y="81691"/>
                </a:cubicBezTo>
                <a:cubicBezTo>
                  <a:pt x="72880" y="79160"/>
                  <a:pt x="72798" y="76656"/>
                  <a:pt x="72771" y="74153"/>
                </a:cubicBezTo>
                <a:cubicBezTo>
                  <a:pt x="72798" y="72710"/>
                  <a:pt x="72690" y="71268"/>
                  <a:pt x="72445" y="69853"/>
                </a:cubicBezTo>
                <a:cubicBezTo>
                  <a:pt x="72064" y="67948"/>
                  <a:pt x="71982" y="65961"/>
                  <a:pt x="71655" y="64029"/>
                </a:cubicBezTo>
                <a:cubicBezTo>
                  <a:pt x="71410" y="62151"/>
                  <a:pt x="70921" y="60328"/>
                  <a:pt x="70213" y="58586"/>
                </a:cubicBezTo>
                <a:cubicBezTo>
                  <a:pt x="69505" y="56953"/>
                  <a:pt x="69043" y="55212"/>
                  <a:pt x="67954" y="53769"/>
                </a:cubicBezTo>
                <a:cubicBezTo>
                  <a:pt x="67219" y="52817"/>
                  <a:pt x="66512" y="51810"/>
                  <a:pt x="65777" y="50857"/>
                </a:cubicBezTo>
                <a:cubicBezTo>
                  <a:pt x="64552" y="49279"/>
                  <a:pt x="63028" y="47945"/>
                  <a:pt x="61287" y="46993"/>
                </a:cubicBezTo>
                <a:cubicBezTo>
                  <a:pt x="59736" y="46122"/>
                  <a:pt x="58130" y="45387"/>
                  <a:pt x="56470" y="44761"/>
                </a:cubicBezTo>
                <a:cubicBezTo>
                  <a:pt x="53585" y="43700"/>
                  <a:pt x="50510" y="43264"/>
                  <a:pt x="47462" y="42938"/>
                </a:cubicBezTo>
                <a:cubicBezTo>
                  <a:pt x="45938" y="42775"/>
                  <a:pt x="44414" y="42666"/>
                  <a:pt x="42863" y="42584"/>
                </a:cubicBezTo>
                <a:cubicBezTo>
                  <a:pt x="40930" y="42475"/>
                  <a:pt x="38998" y="42421"/>
                  <a:pt x="37066" y="42339"/>
                </a:cubicBezTo>
                <a:cubicBezTo>
                  <a:pt x="36222" y="42285"/>
                  <a:pt x="35379" y="42258"/>
                  <a:pt x="34535" y="42203"/>
                </a:cubicBezTo>
                <a:cubicBezTo>
                  <a:pt x="32440" y="42094"/>
                  <a:pt x="30344" y="41985"/>
                  <a:pt x="28276" y="41849"/>
                </a:cubicBezTo>
                <a:cubicBezTo>
                  <a:pt x="26915" y="41740"/>
                  <a:pt x="25554" y="41659"/>
                  <a:pt x="24221" y="41468"/>
                </a:cubicBezTo>
                <a:cubicBezTo>
                  <a:pt x="22044" y="41169"/>
                  <a:pt x="19894" y="40652"/>
                  <a:pt x="17826" y="39917"/>
                </a:cubicBezTo>
                <a:cubicBezTo>
                  <a:pt x="15893" y="39237"/>
                  <a:pt x="14152" y="38094"/>
                  <a:pt x="12736" y="36597"/>
                </a:cubicBezTo>
                <a:cubicBezTo>
                  <a:pt x="11675" y="35427"/>
                  <a:pt x="10886" y="34012"/>
                  <a:pt x="10423" y="32488"/>
                </a:cubicBezTo>
                <a:cubicBezTo>
                  <a:pt x="10042" y="31072"/>
                  <a:pt x="9743" y="29603"/>
                  <a:pt x="9580" y="28133"/>
                </a:cubicBezTo>
                <a:cubicBezTo>
                  <a:pt x="9416" y="26963"/>
                  <a:pt x="9389" y="25738"/>
                  <a:pt x="9444" y="24541"/>
                </a:cubicBezTo>
                <a:cubicBezTo>
                  <a:pt x="9525" y="22772"/>
                  <a:pt x="9716" y="21030"/>
                  <a:pt x="9906" y="19261"/>
                </a:cubicBezTo>
                <a:cubicBezTo>
                  <a:pt x="10015" y="18173"/>
                  <a:pt x="10151" y="17084"/>
                  <a:pt x="10369" y="16023"/>
                </a:cubicBezTo>
                <a:cubicBezTo>
                  <a:pt x="10559" y="14853"/>
                  <a:pt x="10859" y="13683"/>
                  <a:pt x="11104" y="12485"/>
                </a:cubicBezTo>
                <a:cubicBezTo>
                  <a:pt x="11702" y="9628"/>
                  <a:pt x="12274" y="6743"/>
                  <a:pt x="12873" y="3885"/>
                </a:cubicBezTo>
                <a:cubicBezTo>
                  <a:pt x="13036" y="3015"/>
                  <a:pt x="13281" y="2171"/>
                  <a:pt x="13498" y="1327"/>
                </a:cubicBezTo>
                <a:cubicBezTo>
                  <a:pt x="12274" y="865"/>
                  <a:pt x="11158" y="429"/>
                  <a:pt x="9988" y="21"/>
                </a:cubicBezTo>
                <a:cubicBezTo>
                  <a:pt x="9932" y="7"/>
                  <a:pt x="9875" y="0"/>
                  <a:pt x="9820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Google Shape;67;p14"/>
          <p:cNvSpPr/>
          <p:nvPr/>
        </p:nvSpPr>
        <p:spPr>
          <a:xfrm rot="4196400">
            <a:off x="7976880" y="3690360"/>
            <a:ext cx="1315080" cy="1825560"/>
          </a:xfrm>
          <a:custGeom>
            <a:avLst/>
            <a:gdLst>
              <a:gd name="textAreaLeft" fmla="*/ 0 w 1315080"/>
              <a:gd name="textAreaRight" fmla="*/ 1315440 w 1315080"/>
              <a:gd name="textAreaTop" fmla="*/ 0 h 1825560"/>
              <a:gd name="textAreaBottom" fmla="*/ 1825920 h 1825560"/>
            </a:gdLst>
            <a:ahLst/>
            <a:cxnLst/>
            <a:rect l="textAreaLeft" t="textAreaTop" r="textAreaRight" b="textAreaBottom"/>
            <a:pathLst>
              <a:path w="72881" h="104143">
                <a:moveTo>
                  <a:pt x="9820" y="0"/>
                </a:moveTo>
                <a:cubicBezTo>
                  <a:pt x="9659" y="0"/>
                  <a:pt x="9503" y="56"/>
                  <a:pt x="9362" y="157"/>
                </a:cubicBezTo>
                <a:cubicBezTo>
                  <a:pt x="9035" y="565"/>
                  <a:pt x="8709" y="973"/>
                  <a:pt x="8464" y="1436"/>
                </a:cubicBezTo>
                <a:cubicBezTo>
                  <a:pt x="7675" y="2742"/>
                  <a:pt x="6885" y="4049"/>
                  <a:pt x="6178" y="5409"/>
                </a:cubicBezTo>
                <a:cubicBezTo>
                  <a:pt x="5443" y="6770"/>
                  <a:pt x="4763" y="8158"/>
                  <a:pt x="4164" y="9600"/>
                </a:cubicBezTo>
                <a:cubicBezTo>
                  <a:pt x="3402" y="11424"/>
                  <a:pt x="2667" y="13247"/>
                  <a:pt x="2068" y="15125"/>
                </a:cubicBezTo>
                <a:cubicBezTo>
                  <a:pt x="1551" y="16594"/>
                  <a:pt x="1170" y="18118"/>
                  <a:pt x="898" y="19642"/>
                </a:cubicBezTo>
                <a:cubicBezTo>
                  <a:pt x="463" y="22037"/>
                  <a:pt x="163" y="24459"/>
                  <a:pt x="27" y="26909"/>
                </a:cubicBezTo>
                <a:cubicBezTo>
                  <a:pt x="0" y="28868"/>
                  <a:pt x="163" y="30855"/>
                  <a:pt x="490" y="32787"/>
                </a:cubicBezTo>
                <a:cubicBezTo>
                  <a:pt x="817" y="35046"/>
                  <a:pt x="1606" y="37223"/>
                  <a:pt x="2803" y="39182"/>
                </a:cubicBezTo>
                <a:cubicBezTo>
                  <a:pt x="3075" y="39645"/>
                  <a:pt x="3375" y="40108"/>
                  <a:pt x="3701" y="40570"/>
                </a:cubicBezTo>
                <a:cubicBezTo>
                  <a:pt x="4654" y="41822"/>
                  <a:pt x="5742" y="42965"/>
                  <a:pt x="6940" y="43999"/>
                </a:cubicBezTo>
                <a:cubicBezTo>
                  <a:pt x="8246" y="45006"/>
                  <a:pt x="9634" y="45850"/>
                  <a:pt x="11131" y="46530"/>
                </a:cubicBezTo>
                <a:cubicBezTo>
                  <a:pt x="14067" y="47838"/>
                  <a:pt x="17238" y="48518"/>
                  <a:pt x="20466" y="48518"/>
                </a:cubicBezTo>
                <a:cubicBezTo>
                  <a:pt x="20529" y="48518"/>
                  <a:pt x="20592" y="48517"/>
                  <a:pt x="20656" y="48517"/>
                </a:cubicBezTo>
                <a:cubicBezTo>
                  <a:pt x="22261" y="48517"/>
                  <a:pt x="23867" y="48462"/>
                  <a:pt x="25473" y="48381"/>
                </a:cubicBezTo>
                <a:cubicBezTo>
                  <a:pt x="26806" y="48326"/>
                  <a:pt x="28140" y="48190"/>
                  <a:pt x="29500" y="48027"/>
                </a:cubicBezTo>
                <a:cubicBezTo>
                  <a:pt x="31052" y="47809"/>
                  <a:pt x="32576" y="47537"/>
                  <a:pt x="34127" y="47319"/>
                </a:cubicBezTo>
                <a:cubicBezTo>
                  <a:pt x="36032" y="47047"/>
                  <a:pt x="37882" y="46775"/>
                  <a:pt x="39842" y="46585"/>
                </a:cubicBezTo>
                <a:cubicBezTo>
                  <a:pt x="41801" y="46394"/>
                  <a:pt x="43761" y="46231"/>
                  <a:pt x="45747" y="46149"/>
                </a:cubicBezTo>
                <a:cubicBezTo>
                  <a:pt x="46010" y="46135"/>
                  <a:pt x="46272" y="46128"/>
                  <a:pt x="46535" y="46128"/>
                </a:cubicBezTo>
                <a:cubicBezTo>
                  <a:pt x="47252" y="46128"/>
                  <a:pt x="47969" y="46178"/>
                  <a:pt x="48687" y="46258"/>
                </a:cubicBezTo>
                <a:cubicBezTo>
                  <a:pt x="50074" y="46340"/>
                  <a:pt x="51462" y="46530"/>
                  <a:pt x="52850" y="46830"/>
                </a:cubicBezTo>
                <a:cubicBezTo>
                  <a:pt x="54238" y="47211"/>
                  <a:pt x="55599" y="47728"/>
                  <a:pt x="56932" y="48299"/>
                </a:cubicBezTo>
                <a:cubicBezTo>
                  <a:pt x="58810" y="49116"/>
                  <a:pt x="60443" y="50367"/>
                  <a:pt x="61695" y="52000"/>
                </a:cubicBezTo>
                <a:cubicBezTo>
                  <a:pt x="62675" y="53170"/>
                  <a:pt x="63437" y="54477"/>
                  <a:pt x="64008" y="55865"/>
                </a:cubicBezTo>
                <a:cubicBezTo>
                  <a:pt x="64797" y="57851"/>
                  <a:pt x="65233" y="59947"/>
                  <a:pt x="65287" y="62042"/>
                </a:cubicBezTo>
                <a:cubicBezTo>
                  <a:pt x="65314" y="63240"/>
                  <a:pt x="65342" y="64437"/>
                  <a:pt x="65287" y="65635"/>
                </a:cubicBezTo>
                <a:cubicBezTo>
                  <a:pt x="65233" y="66886"/>
                  <a:pt x="65097" y="68138"/>
                  <a:pt x="64906" y="69363"/>
                </a:cubicBezTo>
                <a:cubicBezTo>
                  <a:pt x="64580" y="71077"/>
                  <a:pt x="64171" y="72765"/>
                  <a:pt x="63682" y="74425"/>
                </a:cubicBezTo>
                <a:cubicBezTo>
                  <a:pt x="63001" y="76629"/>
                  <a:pt x="62239" y="78834"/>
                  <a:pt x="61368" y="80983"/>
                </a:cubicBezTo>
                <a:cubicBezTo>
                  <a:pt x="60688" y="82752"/>
                  <a:pt x="59817" y="84467"/>
                  <a:pt x="58974" y="86181"/>
                </a:cubicBezTo>
                <a:cubicBezTo>
                  <a:pt x="58402" y="87379"/>
                  <a:pt x="57722" y="88549"/>
                  <a:pt x="57041" y="89719"/>
                </a:cubicBezTo>
                <a:cubicBezTo>
                  <a:pt x="56252" y="91053"/>
                  <a:pt x="55436" y="92386"/>
                  <a:pt x="54619" y="93693"/>
                </a:cubicBezTo>
                <a:cubicBezTo>
                  <a:pt x="54293" y="94237"/>
                  <a:pt x="53939" y="94754"/>
                  <a:pt x="53558" y="95271"/>
                </a:cubicBezTo>
                <a:cubicBezTo>
                  <a:pt x="52959" y="96115"/>
                  <a:pt x="52333" y="96931"/>
                  <a:pt x="51653" y="97856"/>
                </a:cubicBezTo>
                <a:lnTo>
                  <a:pt x="71628" y="104143"/>
                </a:lnTo>
                <a:cubicBezTo>
                  <a:pt x="71737" y="102401"/>
                  <a:pt x="71846" y="100687"/>
                  <a:pt x="71928" y="98999"/>
                </a:cubicBezTo>
                <a:cubicBezTo>
                  <a:pt x="72009" y="97639"/>
                  <a:pt x="72091" y="96278"/>
                  <a:pt x="72172" y="94917"/>
                </a:cubicBezTo>
                <a:cubicBezTo>
                  <a:pt x="72309" y="92658"/>
                  <a:pt x="72254" y="90400"/>
                  <a:pt x="72635" y="88168"/>
                </a:cubicBezTo>
                <a:cubicBezTo>
                  <a:pt x="72744" y="87270"/>
                  <a:pt x="72798" y="86372"/>
                  <a:pt x="72771" y="85474"/>
                </a:cubicBezTo>
                <a:cubicBezTo>
                  <a:pt x="72826" y="84195"/>
                  <a:pt x="72880" y="82943"/>
                  <a:pt x="72880" y="81691"/>
                </a:cubicBezTo>
                <a:cubicBezTo>
                  <a:pt x="72880" y="79160"/>
                  <a:pt x="72798" y="76656"/>
                  <a:pt x="72771" y="74153"/>
                </a:cubicBezTo>
                <a:cubicBezTo>
                  <a:pt x="72798" y="72710"/>
                  <a:pt x="72690" y="71268"/>
                  <a:pt x="72445" y="69853"/>
                </a:cubicBezTo>
                <a:cubicBezTo>
                  <a:pt x="72064" y="67948"/>
                  <a:pt x="71982" y="65961"/>
                  <a:pt x="71655" y="64029"/>
                </a:cubicBezTo>
                <a:cubicBezTo>
                  <a:pt x="71410" y="62151"/>
                  <a:pt x="70921" y="60328"/>
                  <a:pt x="70213" y="58586"/>
                </a:cubicBezTo>
                <a:cubicBezTo>
                  <a:pt x="69505" y="56953"/>
                  <a:pt x="69043" y="55212"/>
                  <a:pt x="67954" y="53769"/>
                </a:cubicBezTo>
                <a:cubicBezTo>
                  <a:pt x="67219" y="52817"/>
                  <a:pt x="66512" y="51810"/>
                  <a:pt x="65777" y="50857"/>
                </a:cubicBezTo>
                <a:cubicBezTo>
                  <a:pt x="64552" y="49279"/>
                  <a:pt x="63028" y="47945"/>
                  <a:pt x="61287" y="46993"/>
                </a:cubicBezTo>
                <a:cubicBezTo>
                  <a:pt x="59736" y="46122"/>
                  <a:pt x="58130" y="45387"/>
                  <a:pt x="56470" y="44761"/>
                </a:cubicBezTo>
                <a:cubicBezTo>
                  <a:pt x="53585" y="43700"/>
                  <a:pt x="50510" y="43264"/>
                  <a:pt x="47462" y="42938"/>
                </a:cubicBezTo>
                <a:cubicBezTo>
                  <a:pt x="45938" y="42775"/>
                  <a:pt x="44414" y="42666"/>
                  <a:pt x="42863" y="42584"/>
                </a:cubicBezTo>
                <a:cubicBezTo>
                  <a:pt x="40930" y="42475"/>
                  <a:pt x="38998" y="42421"/>
                  <a:pt x="37066" y="42339"/>
                </a:cubicBezTo>
                <a:cubicBezTo>
                  <a:pt x="36222" y="42285"/>
                  <a:pt x="35379" y="42258"/>
                  <a:pt x="34535" y="42203"/>
                </a:cubicBezTo>
                <a:cubicBezTo>
                  <a:pt x="32440" y="42094"/>
                  <a:pt x="30344" y="41985"/>
                  <a:pt x="28276" y="41849"/>
                </a:cubicBezTo>
                <a:cubicBezTo>
                  <a:pt x="26915" y="41740"/>
                  <a:pt x="25554" y="41659"/>
                  <a:pt x="24221" y="41468"/>
                </a:cubicBezTo>
                <a:cubicBezTo>
                  <a:pt x="22044" y="41169"/>
                  <a:pt x="19894" y="40652"/>
                  <a:pt x="17826" y="39917"/>
                </a:cubicBezTo>
                <a:cubicBezTo>
                  <a:pt x="15893" y="39237"/>
                  <a:pt x="14152" y="38094"/>
                  <a:pt x="12736" y="36597"/>
                </a:cubicBezTo>
                <a:cubicBezTo>
                  <a:pt x="11675" y="35427"/>
                  <a:pt x="10886" y="34012"/>
                  <a:pt x="10423" y="32488"/>
                </a:cubicBezTo>
                <a:cubicBezTo>
                  <a:pt x="10042" y="31072"/>
                  <a:pt x="9743" y="29603"/>
                  <a:pt x="9580" y="28133"/>
                </a:cubicBezTo>
                <a:cubicBezTo>
                  <a:pt x="9416" y="26963"/>
                  <a:pt x="9389" y="25738"/>
                  <a:pt x="9444" y="24541"/>
                </a:cubicBezTo>
                <a:cubicBezTo>
                  <a:pt x="9525" y="22772"/>
                  <a:pt x="9716" y="21030"/>
                  <a:pt x="9906" y="19261"/>
                </a:cubicBezTo>
                <a:cubicBezTo>
                  <a:pt x="10015" y="18173"/>
                  <a:pt x="10151" y="17084"/>
                  <a:pt x="10369" y="16023"/>
                </a:cubicBezTo>
                <a:cubicBezTo>
                  <a:pt x="10559" y="14853"/>
                  <a:pt x="10859" y="13683"/>
                  <a:pt x="11104" y="12485"/>
                </a:cubicBezTo>
                <a:cubicBezTo>
                  <a:pt x="11702" y="9628"/>
                  <a:pt x="12274" y="6743"/>
                  <a:pt x="12873" y="3885"/>
                </a:cubicBezTo>
                <a:cubicBezTo>
                  <a:pt x="13036" y="3015"/>
                  <a:pt x="13281" y="2171"/>
                  <a:pt x="13498" y="1327"/>
                </a:cubicBezTo>
                <a:cubicBezTo>
                  <a:pt x="12274" y="865"/>
                  <a:pt x="11158" y="429"/>
                  <a:pt x="9988" y="21"/>
                </a:cubicBezTo>
                <a:cubicBezTo>
                  <a:pt x="9932" y="7"/>
                  <a:pt x="9875" y="0"/>
                  <a:pt x="9820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" name="Google Shape;68;p14"/>
          <p:cNvSpPr/>
          <p:nvPr/>
        </p:nvSpPr>
        <p:spPr>
          <a:xfrm rot="13500000" flipH="1">
            <a:off x="7241040" y="-502560"/>
            <a:ext cx="3090960" cy="1238040"/>
          </a:xfrm>
          <a:custGeom>
            <a:avLst/>
            <a:gdLst>
              <a:gd name="textAreaLeft" fmla="*/ 360 w 3090960"/>
              <a:gd name="textAreaRight" fmla="*/ 3091680 w 3090960"/>
              <a:gd name="textAreaTop" fmla="*/ 0 h 1238040"/>
              <a:gd name="textAreaBottom" fmla="*/ 1238400 h 123804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" name="Google Shape;69;p14"/>
          <p:cNvSpPr/>
          <p:nvPr/>
        </p:nvSpPr>
        <p:spPr>
          <a:xfrm>
            <a:off x="-243000" y="4529520"/>
            <a:ext cx="2412000" cy="965880"/>
          </a:xfrm>
          <a:custGeom>
            <a:avLst/>
            <a:gdLst>
              <a:gd name="textAreaLeft" fmla="*/ 0 w 2412000"/>
              <a:gd name="textAreaRight" fmla="*/ 2412360 w 2412000"/>
              <a:gd name="textAreaTop" fmla="*/ 0 h 965880"/>
              <a:gd name="textAreaBottom" fmla="*/ 966240 h 96588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Google Shape;70;p14"/>
          <p:cNvSpPr/>
          <p:nvPr/>
        </p:nvSpPr>
        <p:spPr>
          <a:xfrm rot="8100000">
            <a:off x="-580320" y="-10440"/>
            <a:ext cx="1584720" cy="635040"/>
          </a:xfrm>
          <a:custGeom>
            <a:avLst/>
            <a:gdLst>
              <a:gd name="textAreaLeft" fmla="*/ 0 w 1584720"/>
              <a:gd name="textAreaRight" fmla="*/ 1585080 w 1584720"/>
              <a:gd name="textAreaTop" fmla="*/ 0 h 635040"/>
              <a:gd name="textAreaBottom" fmla="*/ 635400 h 63504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" name="Google Shape;73;p15"/>
          <p:cNvSpPr/>
          <p:nvPr/>
        </p:nvSpPr>
        <p:spPr>
          <a:xfrm rot="1119600" flipH="1">
            <a:off x="7892640" y="3120840"/>
            <a:ext cx="2157840" cy="3297240"/>
          </a:xfrm>
          <a:custGeom>
            <a:avLst/>
            <a:gdLst>
              <a:gd name="textAreaLeft" fmla="*/ 360 w 2157840"/>
              <a:gd name="textAreaRight" fmla="*/ 2158560 w 2157840"/>
              <a:gd name="textAreaTop" fmla="*/ 0 h 3297240"/>
              <a:gd name="textAreaBottom" fmla="*/ 3297600 h 3297240"/>
            </a:gdLst>
            <a:ahLst/>
            <a:cxnLst/>
            <a:rect l="textAreaLeft" t="textAreaTop" r="textAreaRight" b="textAreaBottom"/>
            <a:pathLst>
              <a:path w="72881" h="104143">
                <a:moveTo>
                  <a:pt x="9820" y="0"/>
                </a:moveTo>
                <a:cubicBezTo>
                  <a:pt x="9659" y="0"/>
                  <a:pt x="9503" y="56"/>
                  <a:pt x="9362" y="157"/>
                </a:cubicBezTo>
                <a:cubicBezTo>
                  <a:pt x="9035" y="565"/>
                  <a:pt x="8709" y="973"/>
                  <a:pt x="8464" y="1436"/>
                </a:cubicBezTo>
                <a:cubicBezTo>
                  <a:pt x="7675" y="2742"/>
                  <a:pt x="6885" y="4049"/>
                  <a:pt x="6178" y="5409"/>
                </a:cubicBezTo>
                <a:cubicBezTo>
                  <a:pt x="5443" y="6770"/>
                  <a:pt x="4763" y="8158"/>
                  <a:pt x="4164" y="9600"/>
                </a:cubicBezTo>
                <a:cubicBezTo>
                  <a:pt x="3402" y="11424"/>
                  <a:pt x="2667" y="13247"/>
                  <a:pt x="2068" y="15125"/>
                </a:cubicBezTo>
                <a:cubicBezTo>
                  <a:pt x="1551" y="16594"/>
                  <a:pt x="1170" y="18118"/>
                  <a:pt x="898" y="19642"/>
                </a:cubicBezTo>
                <a:cubicBezTo>
                  <a:pt x="463" y="22037"/>
                  <a:pt x="163" y="24459"/>
                  <a:pt x="27" y="26909"/>
                </a:cubicBezTo>
                <a:cubicBezTo>
                  <a:pt x="0" y="28868"/>
                  <a:pt x="163" y="30855"/>
                  <a:pt x="490" y="32787"/>
                </a:cubicBezTo>
                <a:cubicBezTo>
                  <a:pt x="817" y="35046"/>
                  <a:pt x="1606" y="37223"/>
                  <a:pt x="2803" y="39182"/>
                </a:cubicBezTo>
                <a:cubicBezTo>
                  <a:pt x="3075" y="39645"/>
                  <a:pt x="3375" y="40108"/>
                  <a:pt x="3701" y="40570"/>
                </a:cubicBezTo>
                <a:cubicBezTo>
                  <a:pt x="4654" y="41822"/>
                  <a:pt x="5742" y="42965"/>
                  <a:pt x="6940" y="43999"/>
                </a:cubicBezTo>
                <a:cubicBezTo>
                  <a:pt x="8246" y="45006"/>
                  <a:pt x="9634" y="45850"/>
                  <a:pt x="11131" y="46530"/>
                </a:cubicBezTo>
                <a:cubicBezTo>
                  <a:pt x="14067" y="47838"/>
                  <a:pt x="17238" y="48518"/>
                  <a:pt x="20466" y="48518"/>
                </a:cubicBezTo>
                <a:cubicBezTo>
                  <a:pt x="20529" y="48518"/>
                  <a:pt x="20592" y="48517"/>
                  <a:pt x="20656" y="48517"/>
                </a:cubicBezTo>
                <a:cubicBezTo>
                  <a:pt x="22261" y="48517"/>
                  <a:pt x="23867" y="48462"/>
                  <a:pt x="25473" y="48381"/>
                </a:cubicBezTo>
                <a:cubicBezTo>
                  <a:pt x="26806" y="48326"/>
                  <a:pt x="28140" y="48190"/>
                  <a:pt x="29500" y="48027"/>
                </a:cubicBezTo>
                <a:cubicBezTo>
                  <a:pt x="31052" y="47809"/>
                  <a:pt x="32576" y="47537"/>
                  <a:pt x="34127" y="47319"/>
                </a:cubicBezTo>
                <a:cubicBezTo>
                  <a:pt x="36032" y="47047"/>
                  <a:pt x="37882" y="46775"/>
                  <a:pt x="39842" y="46585"/>
                </a:cubicBezTo>
                <a:cubicBezTo>
                  <a:pt x="41801" y="46394"/>
                  <a:pt x="43761" y="46231"/>
                  <a:pt x="45747" y="46149"/>
                </a:cubicBezTo>
                <a:cubicBezTo>
                  <a:pt x="46010" y="46135"/>
                  <a:pt x="46272" y="46128"/>
                  <a:pt x="46535" y="46128"/>
                </a:cubicBezTo>
                <a:cubicBezTo>
                  <a:pt x="47252" y="46128"/>
                  <a:pt x="47969" y="46178"/>
                  <a:pt x="48687" y="46258"/>
                </a:cubicBezTo>
                <a:cubicBezTo>
                  <a:pt x="50074" y="46340"/>
                  <a:pt x="51462" y="46530"/>
                  <a:pt x="52850" y="46830"/>
                </a:cubicBezTo>
                <a:cubicBezTo>
                  <a:pt x="54238" y="47211"/>
                  <a:pt x="55599" y="47728"/>
                  <a:pt x="56932" y="48299"/>
                </a:cubicBezTo>
                <a:cubicBezTo>
                  <a:pt x="58810" y="49116"/>
                  <a:pt x="60443" y="50367"/>
                  <a:pt x="61695" y="52000"/>
                </a:cubicBezTo>
                <a:cubicBezTo>
                  <a:pt x="62675" y="53170"/>
                  <a:pt x="63437" y="54477"/>
                  <a:pt x="64008" y="55865"/>
                </a:cubicBezTo>
                <a:cubicBezTo>
                  <a:pt x="64797" y="57851"/>
                  <a:pt x="65233" y="59947"/>
                  <a:pt x="65287" y="62042"/>
                </a:cubicBezTo>
                <a:cubicBezTo>
                  <a:pt x="65314" y="63240"/>
                  <a:pt x="65342" y="64437"/>
                  <a:pt x="65287" y="65635"/>
                </a:cubicBezTo>
                <a:cubicBezTo>
                  <a:pt x="65233" y="66886"/>
                  <a:pt x="65097" y="68138"/>
                  <a:pt x="64906" y="69363"/>
                </a:cubicBezTo>
                <a:cubicBezTo>
                  <a:pt x="64580" y="71077"/>
                  <a:pt x="64171" y="72765"/>
                  <a:pt x="63682" y="74425"/>
                </a:cubicBezTo>
                <a:cubicBezTo>
                  <a:pt x="63001" y="76629"/>
                  <a:pt x="62239" y="78834"/>
                  <a:pt x="61368" y="80983"/>
                </a:cubicBezTo>
                <a:cubicBezTo>
                  <a:pt x="60688" y="82752"/>
                  <a:pt x="59817" y="84467"/>
                  <a:pt x="58974" y="86181"/>
                </a:cubicBezTo>
                <a:cubicBezTo>
                  <a:pt x="58402" y="87379"/>
                  <a:pt x="57722" y="88549"/>
                  <a:pt x="57041" y="89719"/>
                </a:cubicBezTo>
                <a:cubicBezTo>
                  <a:pt x="56252" y="91053"/>
                  <a:pt x="55436" y="92386"/>
                  <a:pt x="54619" y="93693"/>
                </a:cubicBezTo>
                <a:cubicBezTo>
                  <a:pt x="54293" y="94237"/>
                  <a:pt x="53939" y="94754"/>
                  <a:pt x="53558" y="95271"/>
                </a:cubicBezTo>
                <a:cubicBezTo>
                  <a:pt x="52959" y="96115"/>
                  <a:pt x="52333" y="96931"/>
                  <a:pt x="51653" y="97856"/>
                </a:cubicBezTo>
                <a:lnTo>
                  <a:pt x="71628" y="104143"/>
                </a:lnTo>
                <a:cubicBezTo>
                  <a:pt x="71737" y="102401"/>
                  <a:pt x="71846" y="100687"/>
                  <a:pt x="71928" y="98999"/>
                </a:cubicBezTo>
                <a:cubicBezTo>
                  <a:pt x="72009" y="97639"/>
                  <a:pt x="72091" y="96278"/>
                  <a:pt x="72172" y="94917"/>
                </a:cubicBezTo>
                <a:cubicBezTo>
                  <a:pt x="72309" y="92658"/>
                  <a:pt x="72254" y="90400"/>
                  <a:pt x="72635" y="88168"/>
                </a:cubicBezTo>
                <a:cubicBezTo>
                  <a:pt x="72744" y="87270"/>
                  <a:pt x="72798" y="86372"/>
                  <a:pt x="72771" y="85474"/>
                </a:cubicBezTo>
                <a:cubicBezTo>
                  <a:pt x="72826" y="84195"/>
                  <a:pt x="72880" y="82943"/>
                  <a:pt x="72880" y="81691"/>
                </a:cubicBezTo>
                <a:cubicBezTo>
                  <a:pt x="72880" y="79160"/>
                  <a:pt x="72798" y="76656"/>
                  <a:pt x="72771" y="74153"/>
                </a:cubicBezTo>
                <a:cubicBezTo>
                  <a:pt x="72798" y="72710"/>
                  <a:pt x="72690" y="71268"/>
                  <a:pt x="72445" y="69853"/>
                </a:cubicBezTo>
                <a:cubicBezTo>
                  <a:pt x="72064" y="67948"/>
                  <a:pt x="71982" y="65961"/>
                  <a:pt x="71655" y="64029"/>
                </a:cubicBezTo>
                <a:cubicBezTo>
                  <a:pt x="71410" y="62151"/>
                  <a:pt x="70921" y="60328"/>
                  <a:pt x="70213" y="58586"/>
                </a:cubicBezTo>
                <a:cubicBezTo>
                  <a:pt x="69505" y="56953"/>
                  <a:pt x="69043" y="55212"/>
                  <a:pt x="67954" y="53769"/>
                </a:cubicBezTo>
                <a:cubicBezTo>
                  <a:pt x="67219" y="52817"/>
                  <a:pt x="66512" y="51810"/>
                  <a:pt x="65777" y="50857"/>
                </a:cubicBezTo>
                <a:cubicBezTo>
                  <a:pt x="64552" y="49279"/>
                  <a:pt x="63028" y="47945"/>
                  <a:pt x="61287" y="46993"/>
                </a:cubicBezTo>
                <a:cubicBezTo>
                  <a:pt x="59736" y="46122"/>
                  <a:pt x="58130" y="45387"/>
                  <a:pt x="56470" y="44761"/>
                </a:cubicBezTo>
                <a:cubicBezTo>
                  <a:pt x="53585" y="43700"/>
                  <a:pt x="50510" y="43264"/>
                  <a:pt x="47462" y="42938"/>
                </a:cubicBezTo>
                <a:cubicBezTo>
                  <a:pt x="45938" y="42775"/>
                  <a:pt x="44414" y="42666"/>
                  <a:pt x="42863" y="42584"/>
                </a:cubicBezTo>
                <a:cubicBezTo>
                  <a:pt x="40930" y="42475"/>
                  <a:pt x="38998" y="42421"/>
                  <a:pt x="37066" y="42339"/>
                </a:cubicBezTo>
                <a:cubicBezTo>
                  <a:pt x="36222" y="42285"/>
                  <a:pt x="35379" y="42258"/>
                  <a:pt x="34535" y="42203"/>
                </a:cubicBezTo>
                <a:cubicBezTo>
                  <a:pt x="32440" y="42094"/>
                  <a:pt x="30344" y="41985"/>
                  <a:pt x="28276" y="41849"/>
                </a:cubicBezTo>
                <a:cubicBezTo>
                  <a:pt x="26915" y="41740"/>
                  <a:pt x="25554" y="41659"/>
                  <a:pt x="24221" y="41468"/>
                </a:cubicBezTo>
                <a:cubicBezTo>
                  <a:pt x="22044" y="41169"/>
                  <a:pt x="19894" y="40652"/>
                  <a:pt x="17826" y="39917"/>
                </a:cubicBezTo>
                <a:cubicBezTo>
                  <a:pt x="15893" y="39237"/>
                  <a:pt x="14152" y="38094"/>
                  <a:pt x="12736" y="36597"/>
                </a:cubicBezTo>
                <a:cubicBezTo>
                  <a:pt x="11675" y="35427"/>
                  <a:pt x="10886" y="34012"/>
                  <a:pt x="10423" y="32488"/>
                </a:cubicBezTo>
                <a:cubicBezTo>
                  <a:pt x="10042" y="31072"/>
                  <a:pt x="9743" y="29603"/>
                  <a:pt x="9580" y="28133"/>
                </a:cubicBezTo>
                <a:cubicBezTo>
                  <a:pt x="9416" y="26963"/>
                  <a:pt x="9389" y="25738"/>
                  <a:pt x="9444" y="24541"/>
                </a:cubicBezTo>
                <a:cubicBezTo>
                  <a:pt x="9525" y="22772"/>
                  <a:pt x="9716" y="21030"/>
                  <a:pt x="9906" y="19261"/>
                </a:cubicBezTo>
                <a:cubicBezTo>
                  <a:pt x="10015" y="18173"/>
                  <a:pt x="10151" y="17084"/>
                  <a:pt x="10369" y="16023"/>
                </a:cubicBezTo>
                <a:cubicBezTo>
                  <a:pt x="10559" y="14853"/>
                  <a:pt x="10859" y="13683"/>
                  <a:pt x="11104" y="12485"/>
                </a:cubicBezTo>
                <a:cubicBezTo>
                  <a:pt x="11702" y="9628"/>
                  <a:pt x="12274" y="6743"/>
                  <a:pt x="12873" y="3885"/>
                </a:cubicBezTo>
                <a:cubicBezTo>
                  <a:pt x="13036" y="3015"/>
                  <a:pt x="13281" y="2171"/>
                  <a:pt x="13498" y="1327"/>
                </a:cubicBezTo>
                <a:cubicBezTo>
                  <a:pt x="12274" y="865"/>
                  <a:pt x="11158" y="429"/>
                  <a:pt x="9988" y="21"/>
                </a:cubicBezTo>
                <a:cubicBezTo>
                  <a:pt x="9932" y="7"/>
                  <a:pt x="9875" y="0"/>
                  <a:pt x="9820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Google Shape;74;p15"/>
          <p:cNvSpPr/>
          <p:nvPr/>
        </p:nvSpPr>
        <p:spPr>
          <a:xfrm rot="14880000">
            <a:off x="8168040" y="574920"/>
            <a:ext cx="2017080" cy="807840"/>
          </a:xfrm>
          <a:custGeom>
            <a:avLst/>
            <a:gdLst>
              <a:gd name="textAreaLeft" fmla="*/ 0 w 2017080"/>
              <a:gd name="textAreaRight" fmla="*/ 2017440 w 2017080"/>
              <a:gd name="textAreaTop" fmla="*/ 0 h 807840"/>
              <a:gd name="textAreaBottom" fmla="*/ 808200 h 80784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Google Shape;75;p15"/>
          <p:cNvSpPr/>
          <p:nvPr/>
        </p:nvSpPr>
        <p:spPr>
          <a:xfrm rot="3103800">
            <a:off x="-757080" y="4199040"/>
            <a:ext cx="1891800" cy="757440"/>
          </a:xfrm>
          <a:custGeom>
            <a:avLst/>
            <a:gdLst>
              <a:gd name="textAreaLeft" fmla="*/ 0 w 1891800"/>
              <a:gd name="textAreaRight" fmla="*/ 1892160 w 1891800"/>
              <a:gd name="textAreaTop" fmla="*/ 0 h 757440"/>
              <a:gd name="textAreaBottom" fmla="*/ 757800 h 75744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296800" y="2934720"/>
            <a:ext cx="4550040" cy="40392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033560" y="1037880"/>
            <a:ext cx="3375720" cy="82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8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xx%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4734360" y="1037880"/>
            <a:ext cx="3375720" cy="82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8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xx%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title"/>
          </p:nvPr>
        </p:nvSpPr>
        <p:spPr>
          <a:xfrm>
            <a:off x="4734360" y="2856600"/>
            <a:ext cx="3375720" cy="82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8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xx%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title"/>
          </p:nvPr>
        </p:nvSpPr>
        <p:spPr>
          <a:xfrm>
            <a:off x="1033560" y="2856600"/>
            <a:ext cx="3375720" cy="82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8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xx%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Google Shape;88;p17"/>
          <p:cNvSpPr/>
          <p:nvPr/>
        </p:nvSpPr>
        <p:spPr>
          <a:xfrm rot="9900000">
            <a:off x="458640" y="-469800"/>
            <a:ext cx="2017080" cy="807840"/>
          </a:xfrm>
          <a:custGeom>
            <a:avLst/>
            <a:gdLst>
              <a:gd name="textAreaLeft" fmla="*/ 0 w 2017080"/>
              <a:gd name="textAreaRight" fmla="*/ 2017440 w 2017080"/>
              <a:gd name="textAreaTop" fmla="*/ 0 h 807840"/>
              <a:gd name="textAreaBottom" fmla="*/ 808200 h 80784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" name="Google Shape;89;p17"/>
          <p:cNvSpPr/>
          <p:nvPr/>
        </p:nvSpPr>
        <p:spPr>
          <a:xfrm rot="14880000">
            <a:off x="8168040" y="574920"/>
            <a:ext cx="2017080" cy="807840"/>
          </a:xfrm>
          <a:custGeom>
            <a:avLst/>
            <a:gdLst>
              <a:gd name="textAreaLeft" fmla="*/ 0 w 2017080"/>
              <a:gd name="textAreaRight" fmla="*/ 2017440 w 2017080"/>
              <a:gd name="textAreaTop" fmla="*/ 0 h 807840"/>
              <a:gd name="textAreaBottom" fmla="*/ 808200 h 80784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1" name="Google Shape;90;p17"/>
          <p:cNvSpPr/>
          <p:nvPr/>
        </p:nvSpPr>
        <p:spPr>
          <a:xfrm rot="1119600" flipH="1">
            <a:off x="7892640" y="3120840"/>
            <a:ext cx="2157840" cy="3297240"/>
          </a:xfrm>
          <a:custGeom>
            <a:avLst/>
            <a:gdLst>
              <a:gd name="textAreaLeft" fmla="*/ 360 w 2157840"/>
              <a:gd name="textAreaRight" fmla="*/ 2158560 w 2157840"/>
              <a:gd name="textAreaTop" fmla="*/ 0 h 3297240"/>
              <a:gd name="textAreaBottom" fmla="*/ 3297600 h 3297240"/>
            </a:gdLst>
            <a:ahLst/>
            <a:cxnLst/>
            <a:rect l="textAreaLeft" t="textAreaTop" r="textAreaRight" b="textAreaBottom"/>
            <a:pathLst>
              <a:path w="72881" h="104143">
                <a:moveTo>
                  <a:pt x="9820" y="0"/>
                </a:moveTo>
                <a:cubicBezTo>
                  <a:pt x="9659" y="0"/>
                  <a:pt x="9503" y="56"/>
                  <a:pt x="9362" y="157"/>
                </a:cubicBezTo>
                <a:cubicBezTo>
                  <a:pt x="9035" y="565"/>
                  <a:pt x="8709" y="973"/>
                  <a:pt x="8464" y="1436"/>
                </a:cubicBezTo>
                <a:cubicBezTo>
                  <a:pt x="7675" y="2742"/>
                  <a:pt x="6885" y="4049"/>
                  <a:pt x="6178" y="5409"/>
                </a:cubicBezTo>
                <a:cubicBezTo>
                  <a:pt x="5443" y="6770"/>
                  <a:pt x="4763" y="8158"/>
                  <a:pt x="4164" y="9600"/>
                </a:cubicBezTo>
                <a:cubicBezTo>
                  <a:pt x="3402" y="11424"/>
                  <a:pt x="2667" y="13247"/>
                  <a:pt x="2068" y="15125"/>
                </a:cubicBezTo>
                <a:cubicBezTo>
                  <a:pt x="1551" y="16594"/>
                  <a:pt x="1170" y="18118"/>
                  <a:pt x="898" y="19642"/>
                </a:cubicBezTo>
                <a:cubicBezTo>
                  <a:pt x="463" y="22037"/>
                  <a:pt x="163" y="24459"/>
                  <a:pt x="27" y="26909"/>
                </a:cubicBezTo>
                <a:cubicBezTo>
                  <a:pt x="0" y="28868"/>
                  <a:pt x="163" y="30855"/>
                  <a:pt x="490" y="32787"/>
                </a:cubicBezTo>
                <a:cubicBezTo>
                  <a:pt x="817" y="35046"/>
                  <a:pt x="1606" y="37223"/>
                  <a:pt x="2803" y="39182"/>
                </a:cubicBezTo>
                <a:cubicBezTo>
                  <a:pt x="3075" y="39645"/>
                  <a:pt x="3375" y="40108"/>
                  <a:pt x="3701" y="40570"/>
                </a:cubicBezTo>
                <a:cubicBezTo>
                  <a:pt x="4654" y="41822"/>
                  <a:pt x="5742" y="42965"/>
                  <a:pt x="6940" y="43999"/>
                </a:cubicBezTo>
                <a:cubicBezTo>
                  <a:pt x="8246" y="45006"/>
                  <a:pt x="9634" y="45850"/>
                  <a:pt x="11131" y="46530"/>
                </a:cubicBezTo>
                <a:cubicBezTo>
                  <a:pt x="14067" y="47838"/>
                  <a:pt x="17238" y="48518"/>
                  <a:pt x="20466" y="48518"/>
                </a:cubicBezTo>
                <a:cubicBezTo>
                  <a:pt x="20529" y="48518"/>
                  <a:pt x="20592" y="48517"/>
                  <a:pt x="20656" y="48517"/>
                </a:cubicBezTo>
                <a:cubicBezTo>
                  <a:pt x="22261" y="48517"/>
                  <a:pt x="23867" y="48462"/>
                  <a:pt x="25473" y="48381"/>
                </a:cubicBezTo>
                <a:cubicBezTo>
                  <a:pt x="26806" y="48326"/>
                  <a:pt x="28140" y="48190"/>
                  <a:pt x="29500" y="48027"/>
                </a:cubicBezTo>
                <a:cubicBezTo>
                  <a:pt x="31052" y="47809"/>
                  <a:pt x="32576" y="47537"/>
                  <a:pt x="34127" y="47319"/>
                </a:cubicBezTo>
                <a:cubicBezTo>
                  <a:pt x="36032" y="47047"/>
                  <a:pt x="37882" y="46775"/>
                  <a:pt x="39842" y="46585"/>
                </a:cubicBezTo>
                <a:cubicBezTo>
                  <a:pt x="41801" y="46394"/>
                  <a:pt x="43761" y="46231"/>
                  <a:pt x="45747" y="46149"/>
                </a:cubicBezTo>
                <a:cubicBezTo>
                  <a:pt x="46010" y="46135"/>
                  <a:pt x="46272" y="46128"/>
                  <a:pt x="46535" y="46128"/>
                </a:cubicBezTo>
                <a:cubicBezTo>
                  <a:pt x="47252" y="46128"/>
                  <a:pt x="47969" y="46178"/>
                  <a:pt x="48687" y="46258"/>
                </a:cubicBezTo>
                <a:cubicBezTo>
                  <a:pt x="50074" y="46340"/>
                  <a:pt x="51462" y="46530"/>
                  <a:pt x="52850" y="46830"/>
                </a:cubicBezTo>
                <a:cubicBezTo>
                  <a:pt x="54238" y="47211"/>
                  <a:pt x="55599" y="47728"/>
                  <a:pt x="56932" y="48299"/>
                </a:cubicBezTo>
                <a:cubicBezTo>
                  <a:pt x="58810" y="49116"/>
                  <a:pt x="60443" y="50367"/>
                  <a:pt x="61695" y="52000"/>
                </a:cubicBezTo>
                <a:cubicBezTo>
                  <a:pt x="62675" y="53170"/>
                  <a:pt x="63437" y="54477"/>
                  <a:pt x="64008" y="55865"/>
                </a:cubicBezTo>
                <a:cubicBezTo>
                  <a:pt x="64797" y="57851"/>
                  <a:pt x="65233" y="59947"/>
                  <a:pt x="65287" y="62042"/>
                </a:cubicBezTo>
                <a:cubicBezTo>
                  <a:pt x="65314" y="63240"/>
                  <a:pt x="65342" y="64437"/>
                  <a:pt x="65287" y="65635"/>
                </a:cubicBezTo>
                <a:cubicBezTo>
                  <a:pt x="65233" y="66886"/>
                  <a:pt x="65097" y="68138"/>
                  <a:pt x="64906" y="69363"/>
                </a:cubicBezTo>
                <a:cubicBezTo>
                  <a:pt x="64580" y="71077"/>
                  <a:pt x="64171" y="72765"/>
                  <a:pt x="63682" y="74425"/>
                </a:cubicBezTo>
                <a:cubicBezTo>
                  <a:pt x="63001" y="76629"/>
                  <a:pt x="62239" y="78834"/>
                  <a:pt x="61368" y="80983"/>
                </a:cubicBezTo>
                <a:cubicBezTo>
                  <a:pt x="60688" y="82752"/>
                  <a:pt x="59817" y="84467"/>
                  <a:pt x="58974" y="86181"/>
                </a:cubicBezTo>
                <a:cubicBezTo>
                  <a:pt x="58402" y="87379"/>
                  <a:pt x="57722" y="88549"/>
                  <a:pt x="57041" y="89719"/>
                </a:cubicBezTo>
                <a:cubicBezTo>
                  <a:pt x="56252" y="91053"/>
                  <a:pt x="55436" y="92386"/>
                  <a:pt x="54619" y="93693"/>
                </a:cubicBezTo>
                <a:cubicBezTo>
                  <a:pt x="54293" y="94237"/>
                  <a:pt x="53939" y="94754"/>
                  <a:pt x="53558" y="95271"/>
                </a:cubicBezTo>
                <a:cubicBezTo>
                  <a:pt x="52959" y="96115"/>
                  <a:pt x="52333" y="96931"/>
                  <a:pt x="51653" y="97856"/>
                </a:cubicBezTo>
                <a:lnTo>
                  <a:pt x="71628" y="104143"/>
                </a:lnTo>
                <a:cubicBezTo>
                  <a:pt x="71737" y="102401"/>
                  <a:pt x="71846" y="100687"/>
                  <a:pt x="71928" y="98999"/>
                </a:cubicBezTo>
                <a:cubicBezTo>
                  <a:pt x="72009" y="97639"/>
                  <a:pt x="72091" y="96278"/>
                  <a:pt x="72172" y="94917"/>
                </a:cubicBezTo>
                <a:cubicBezTo>
                  <a:pt x="72309" y="92658"/>
                  <a:pt x="72254" y="90400"/>
                  <a:pt x="72635" y="88168"/>
                </a:cubicBezTo>
                <a:cubicBezTo>
                  <a:pt x="72744" y="87270"/>
                  <a:pt x="72798" y="86372"/>
                  <a:pt x="72771" y="85474"/>
                </a:cubicBezTo>
                <a:cubicBezTo>
                  <a:pt x="72826" y="84195"/>
                  <a:pt x="72880" y="82943"/>
                  <a:pt x="72880" y="81691"/>
                </a:cubicBezTo>
                <a:cubicBezTo>
                  <a:pt x="72880" y="79160"/>
                  <a:pt x="72798" y="76656"/>
                  <a:pt x="72771" y="74153"/>
                </a:cubicBezTo>
                <a:cubicBezTo>
                  <a:pt x="72798" y="72710"/>
                  <a:pt x="72690" y="71268"/>
                  <a:pt x="72445" y="69853"/>
                </a:cubicBezTo>
                <a:cubicBezTo>
                  <a:pt x="72064" y="67948"/>
                  <a:pt x="71982" y="65961"/>
                  <a:pt x="71655" y="64029"/>
                </a:cubicBezTo>
                <a:cubicBezTo>
                  <a:pt x="71410" y="62151"/>
                  <a:pt x="70921" y="60328"/>
                  <a:pt x="70213" y="58586"/>
                </a:cubicBezTo>
                <a:cubicBezTo>
                  <a:pt x="69505" y="56953"/>
                  <a:pt x="69043" y="55212"/>
                  <a:pt x="67954" y="53769"/>
                </a:cubicBezTo>
                <a:cubicBezTo>
                  <a:pt x="67219" y="52817"/>
                  <a:pt x="66512" y="51810"/>
                  <a:pt x="65777" y="50857"/>
                </a:cubicBezTo>
                <a:cubicBezTo>
                  <a:pt x="64552" y="49279"/>
                  <a:pt x="63028" y="47945"/>
                  <a:pt x="61287" y="46993"/>
                </a:cubicBezTo>
                <a:cubicBezTo>
                  <a:pt x="59736" y="46122"/>
                  <a:pt x="58130" y="45387"/>
                  <a:pt x="56470" y="44761"/>
                </a:cubicBezTo>
                <a:cubicBezTo>
                  <a:pt x="53585" y="43700"/>
                  <a:pt x="50510" y="43264"/>
                  <a:pt x="47462" y="42938"/>
                </a:cubicBezTo>
                <a:cubicBezTo>
                  <a:pt x="45938" y="42775"/>
                  <a:pt x="44414" y="42666"/>
                  <a:pt x="42863" y="42584"/>
                </a:cubicBezTo>
                <a:cubicBezTo>
                  <a:pt x="40930" y="42475"/>
                  <a:pt x="38998" y="42421"/>
                  <a:pt x="37066" y="42339"/>
                </a:cubicBezTo>
                <a:cubicBezTo>
                  <a:pt x="36222" y="42285"/>
                  <a:pt x="35379" y="42258"/>
                  <a:pt x="34535" y="42203"/>
                </a:cubicBezTo>
                <a:cubicBezTo>
                  <a:pt x="32440" y="42094"/>
                  <a:pt x="30344" y="41985"/>
                  <a:pt x="28276" y="41849"/>
                </a:cubicBezTo>
                <a:cubicBezTo>
                  <a:pt x="26915" y="41740"/>
                  <a:pt x="25554" y="41659"/>
                  <a:pt x="24221" y="41468"/>
                </a:cubicBezTo>
                <a:cubicBezTo>
                  <a:pt x="22044" y="41169"/>
                  <a:pt x="19894" y="40652"/>
                  <a:pt x="17826" y="39917"/>
                </a:cubicBezTo>
                <a:cubicBezTo>
                  <a:pt x="15893" y="39237"/>
                  <a:pt x="14152" y="38094"/>
                  <a:pt x="12736" y="36597"/>
                </a:cubicBezTo>
                <a:cubicBezTo>
                  <a:pt x="11675" y="35427"/>
                  <a:pt x="10886" y="34012"/>
                  <a:pt x="10423" y="32488"/>
                </a:cubicBezTo>
                <a:cubicBezTo>
                  <a:pt x="10042" y="31072"/>
                  <a:pt x="9743" y="29603"/>
                  <a:pt x="9580" y="28133"/>
                </a:cubicBezTo>
                <a:cubicBezTo>
                  <a:pt x="9416" y="26963"/>
                  <a:pt x="9389" y="25738"/>
                  <a:pt x="9444" y="24541"/>
                </a:cubicBezTo>
                <a:cubicBezTo>
                  <a:pt x="9525" y="22772"/>
                  <a:pt x="9716" y="21030"/>
                  <a:pt x="9906" y="19261"/>
                </a:cubicBezTo>
                <a:cubicBezTo>
                  <a:pt x="10015" y="18173"/>
                  <a:pt x="10151" y="17084"/>
                  <a:pt x="10369" y="16023"/>
                </a:cubicBezTo>
                <a:cubicBezTo>
                  <a:pt x="10559" y="14853"/>
                  <a:pt x="10859" y="13683"/>
                  <a:pt x="11104" y="12485"/>
                </a:cubicBezTo>
                <a:cubicBezTo>
                  <a:pt x="11702" y="9628"/>
                  <a:pt x="12274" y="6743"/>
                  <a:pt x="12873" y="3885"/>
                </a:cubicBezTo>
                <a:cubicBezTo>
                  <a:pt x="13036" y="3015"/>
                  <a:pt x="13281" y="2171"/>
                  <a:pt x="13498" y="1327"/>
                </a:cubicBezTo>
                <a:cubicBezTo>
                  <a:pt x="12274" y="865"/>
                  <a:pt x="11158" y="429"/>
                  <a:pt x="9988" y="21"/>
                </a:cubicBezTo>
                <a:cubicBezTo>
                  <a:pt x="9932" y="7"/>
                  <a:pt x="9875" y="0"/>
                  <a:pt x="9820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2" name="Google Shape;91;p17"/>
          <p:cNvSpPr/>
          <p:nvPr/>
        </p:nvSpPr>
        <p:spPr>
          <a:xfrm rot="3103800">
            <a:off x="-757080" y="4199040"/>
            <a:ext cx="1891800" cy="757440"/>
          </a:xfrm>
          <a:custGeom>
            <a:avLst/>
            <a:gdLst>
              <a:gd name="textAreaLeft" fmla="*/ 0 w 1891800"/>
              <a:gd name="textAreaRight" fmla="*/ 1892160 w 1891800"/>
              <a:gd name="textAreaTop" fmla="*/ 0 h 757440"/>
              <a:gd name="textAreaBottom" fmla="*/ 757800 h 75744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2124000" y="1249200"/>
            <a:ext cx="489600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207080" y="1454400"/>
            <a:ext cx="2878200" cy="442800"/>
          </a:xfrm>
          <a:prstGeom prst="rect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5058720" y="1454400"/>
            <a:ext cx="2878200" cy="442800"/>
          </a:xfrm>
          <a:prstGeom prst="rect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title"/>
          </p:nvPr>
        </p:nvSpPr>
        <p:spPr>
          <a:xfrm>
            <a:off x="1207080" y="2991600"/>
            <a:ext cx="2878200" cy="442800"/>
          </a:xfrm>
          <a:prstGeom prst="rect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" name="PlaceHolder 4"/>
          <p:cNvSpPr>
            <a:spLocks noGrp="1"/>
          </p:cNvSpPr>
          <p:nvPr>
            <p:ph type="title"/>
          </p:nvPr>
        </p:nvSpPr>
        <p:spPr>
          <a:xfrm>
            <a:off x="5058720" y="2991600"/>
            <a:ext cx="2878200" cy="442800"/>
          </a:xfrm>
          <a:prstGeom prst="rect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9" name="PlaceHolder 5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0" name="Google Shape;105;p19"/>
          <p:cNvSpPr/>
          <p:nvPr/>
        </p:nvSpPr>
        <p:spPr>
          <a:xfrm rot="14880000">
            <a:off x="8168040" y="574920"/>
            <a:ext cx="2017080" cy="807840"/>
          </a:xfrm>
          <a:custGeom>
            <a:avLst/>
            <a:gdLst>
              <a:gd name="textAreaLeft" fmla="*/ 0 w 2017080"/>
              <a:gd name="textAreaRight" fmla="*/ 2017440 w 2017080"/>
              <a:gd name="textAreaTop" fmla="*/ 0 h 807840"/>
              <a:gd name="textAreaBottom" fmla="*/ 808200 h 80784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" name="Google Shape;106;p19"/>
          <p:cNvSpPr/>
          <p:nvPr/>
        </p:nvSpPr>
        <p:spPr>
          <a:xfrm rot="3103800">
            <a:off x="-757080" y="4199040"/>
            <a:ext cx="1891800" cy="757440"/>
          </a:xfrm>
          <a:custGeom>
            <a:avLst/>
            <a:gdLst>
              <a:gd name="textAreaLeft" fmla="*/ 0 w 1891800"/>
              <a:gd name="textAreaRight" fmla="*/ 1892160 w 1891800"/>
              <a:gd name="textAreaTop" fmla="*/ 0 h 757440"/>
              <a:gd name="textAreaBottom" fmla="*/ 757800 h 75744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2" name="Google Shape;107;p19"/>
          <p:cNvSpPr/>
          <p:nvPr/>
        </p:nvSpPr>
        <p:spPr>
          <a:xfrm rot="1119600" flipH="1">
            <a:off x="7892640" y="3120840"/>
            <a:ext cx="2157840" cy="3297240"/>
          </a:xfrm>
          <a:custGeom>
            <a:avLst/>
            <a:gdLst>
              <a:gd name="textAreaLeft" fmla="*/ 360 w 2157840"/>
              <a:gd name="textAreaRight" fmla="*/ 2158560 w 2157840"/>
              <a:gd name="textAreaTop" fmla="*/ 0 h 3297240"/>
              <a:gd name="textAreaBottom" fmla="*/ 3297600 h 3297240"/>
            </a:gdLst>
            <a:ahLst/>
            <a:cxnLst/>
            <a:rect l="textAreaLeft" t="textAreaTop" r="textAreaRight" b="textAreaBottom"/>
            <a:pathLst>
              <a:path w="72881" h="104143">
                <a:moveTo>
                  <a:pt x="9820" y="0"/>
                </a:moveTo>
                <a:cubicBezTo>
                  <a:pt x="9659" y="0"/>
                  <a:pt x="9503" y="56"/>
                  <a:pt x="9362" y="157"/>
                </a:cubicBezTo>
                <a:cubicBezTo>
                  <a:pt x="9035" y="565"/>
                  <a:pt x="8709" y="973"/>
                  <a:pt x="8464" y="1436"/>
                </a:cubicBezTo>
                <a:cubicBezTo>
                  <a:pt x="7675" y="2742"/>
                  <a:pt x="6885" y="4049"/>
                  <a:pt x="6178" y="5409"/>
                </a:cubicBezTo>
                <a:cubicBezTo>
                  <a:pt x="5443" y="6770"/>
                  <a:pt x="4763" y="8158"/>
                  <a:pt x="4164" y="9600"/>
                </a:cubicBezTo>
                <a:cubicBezTo>
                  <a:pt x="3402" y="11424"/>
                  <a:pt x="2667" y="13247"/>
                  <a:pt x="2068" y="15125"/>
                </a:cubicBezTo>
                <a:cubicBezTo>
                  <a:pt x="1551" y="16594"/>
                  <a:pt x="1170" y="18118"/>
                  <a:pt x="898" y="19642"/>
                </a:cubicBezTo>
                <a:cubicBezTo>
                  <a:pt x="463" y="22037"/>
                  <a:pt x="163" y="24459"/>
                  <a:pt x="27" y="26909"/>
                </a:cubicBezTo>
                <a:cubicBezTo>
                  <a:pt x="0" y="28868"/>
                  <a:pt x="163" y="30855"/>
                  <a:pt x="490" y="32787"/>
                </a:cubicBezTo>
                <a:cubicBezTo>
                  <a:pt x="817" y="35046"/>
                  <a:pt x="1606" y="37223"/>
                  <a:pt x="2803" y="39182"/>
                </a:cubicBezTo>
                <a:cubicBezTo>
                  <a:pt x="3075" y="39645"/>
                  <a:pt x="3375" y="40108"/>
                  <a:pt x="3701" y="40570"/>
                </a:cubicBezTo>
                <a:cubicBezTo>
                  <a:pt x="4654" y="41822"/>
                  <a:pt x="5742" y="42965"/>
                  <a:pt x="6940" y="43999"/>
                </a:cubicBezTo>
                <a:cubicBezTo>
                  <a:pt x="8246" y="45006"/>
                  <a:pt x="9634" y="45850"/>
                  <a:pt x="11131" y="46530"/>
                </a:cubicBezTo>
                <a:cubicBezTo>
                  <a:pt x="14067" y="47838"/>
                  <a:pt x="17238" y="48518"/>
                  <a:pt x="20466" y="48518"/>
                </a:cubicBezTo>
                <a:cubicBezTo>
                  <a:pt x="20529" y="48518"/>
                  <a:pt x="20592" y="48517"/>
                  <a:pt x="20656" y="48517"/>
                </a:cubicBezTo>
                <a:cubicBezTo>
                  <a:pt x="22261" y="48517"/>
                  <a:pt x="23867" y="48462"/>
                  <a:pt x="25473" y="48381"/>
                </a:cubicBezTo>
                <a:cubicBezTo>
                  <a:pt x="26806" y="48326"/>
                  <a:pt x="28140" y="48190"/>
                  <a:pt x="29500" y="48027"/>
                </a:cubicBezTo>
                <a:cubicBezTo>
                  <a:pt x="31052" y="47809"/>
                  <a:pt x="32576" y="47537"/>
                  <a:pt x="34127" y="47319"/>
                </a:cubicBezTo>
                <a:cubicBezTo>
                  <a:pt x="36032" y="47047"/>
                  <a:pt x="37882" y="46775"/>
                  <a:pt x="39842" y="46585"/>
                </a:cubicBezTo>
                <a:cubicBezTo>
                  <a:pt x="41801" y="46394"/>
                  <a:pt x="43761" y="46231"/>
                  <a:pt x="45747" y="46149"/>
                </a:cubicBezTo>
                <a:cubicBezTo>
                  <a:pt x="46010" y="46135"/>
                  <a:pt x="46272" y="46128"/>
                  <a:pt x="46535" y="46128"/>
                </a:cubicBezTo>
                <a:cubicBezTo>
                  <a:pt x="47252" y="46128"/>
                  <a:pt x="47969" y="46178"/>
                  <a:pt x="48687" y="46258"/>
                </a:cubicBezTo>
                <a:cubicBezTo>
                  <a:pt x="50074" y="46340"/>
                  <a:pt x="51462" y="46530"/>
                  <a:pt x="52850" y="46830"/>
                </a:cubicBezTo>
                <a:cubicBezTo>
                  <a:pt x="54238" y="47211"/>
                  <a:pt x="55599" y="47728"/>
                  <a:pt x="56932" y="48299"/>
                </a:cubicBezTo>
                <a:cubicBezTo>
                  <a:pt x="58810" y="49116"/>
                  <a:pt x="60443" y="50367"/>
                  <a:pt x="61695" y="52000"/>
                </a:cubicBezTo>
                <a:cubicBezTo>
                  <a:pt x="62675" y="53170"/>
                  <a:pt x="63437" y="54477"/>
                  <a:pt x="64008" y="55865"/>
                </a:cubicBezTo>
                <a:cubicBezTo>
                  <a:pt x="64797" y="57851"/>
                  <a:pt x="65233" y="59947"/>
                  <a:pt x="65287" y="62042"/>
                </a:cubicBezTo>
                <a:cubicBezTo>
                  <a:pt x="65314" y="63240"/>
                  <a:pt x="65342" y="64437"/>
                  <a:pt x="65287" y="65635"/>
                </a:cubicBezTo>
                <a:cubicBezTo>
                  <a:pt x="65233" y="66886"/>
                  <a:pt x="65097" y="68138"/>
                  <a:pt x="64906" y="69363"/>
                </a:cubicBezTo>
                <a:cubicBezTo>
                  <a:pt x="64580" y="71077"/>
                  <a:pt x="64171" y="72765"/>
                  <a:pt x="63682" y="74425"/>
                </a:cubicBezTo>
                <a:cubicBezTo>
                  <a:pt x="63001" y="76629"/>
                  <a:pt x="62239" y="78834"/>
                  <a:pt x="61368" y="80983"/>
                </a:cubicBezTo>
                <a:cubicBezTo>
                  <a:pt x="60688" y="82752"/>
                  <a:pt x="59817" y="84467"/>
                  <a:pt x="58974" y="86181"/>
                </a:cubicBezTo>
                <a:cubicBezTo>
                  <a:pt x="58402" y="87379"/>
                  <a:pt x="57722" y="88549"/>
                  <a:pt x="57041" y="89719"/>
                </a:cubicBezTo>
                <a:cubicBezTo>
                  <a:pt x="56252" y="91053"/>
                  <a:pt x="55436" y="92386"/>
                  <a:pt x="54619" y="93693"/>
                </a:cubicBezTo>
                <a:cubicBezTo>
                  <a:pt x="54293" y="94237"/>
                  <a:pt x="53939" y="94754"/>
                  <a:pt x="53558" y="95271"/>
                </a:cubicBezTo>
                <a:cubicBezTo>
                  <a:pt x="52959" y="96115"/>
                  <a:pt x="52333" y="96931"/>
                  <a:pt x="51653" y="97856"/>
                </a:cubicBezTo>
                <a:lnTo>
                  <a:pt x="71628" y="104143"/>
                </a:lnTo>
                <a:cubicBezTo>
                  <a:pt x="71737" y="102401"/>
                  <a:pt x="71846" y="100687"/>
                  <a:pt x="71928" y="98999"/>
                </a:cubicBezTo>
                <a:cubicBezTo>
                  <a:pt x="72009" y="97639"/>
                  <a:pt x="72091" y="96278"/>
                  <a:pt x="72172" y="94917"/>
                </a:cubicBezTo>
                <a:cubicBezTo>
                  <a:pt x="72309" y="92658"/>
                  <a:pt x="72254" y="90400"/>
                  <a:pt x="72635" y="88168"/>
                </a:cubicBezTo>
                <a:cubicBezTo>
                  <a:pt x="72744" y="87270"/>
                  <a:pt x="72798" y="86372"/>
                  <a:pt x="72771" y="85474"/>
                </a:cubicBezTo>
                <a:cubicBezTo>
                  <a:pt x="72826" y="84195"/>
                  <a:pt x="72880" y="82943"/>
                  <a:pt x="72880" y="81691"/>
                </a:cubicBezTo>
                <a:cubicBezTo>
                  <a:pt x="72880" y="79160"/>
                  <a:pt x="72798" y="76656"/>
                  <a:pt x="72771" y="74153"/>
                </a:cubicBezTo>
                <a:cubicBezTo>
                  <a:pt x="72798" y="72710"/>
                  <a:pt x="72690" y="71268"/>
                  <a:pt x="72445" y="69853"/>
                </a:cubicBezTo>
                <a:cubicBezTo>
                  <a:pt x="72064" y="67948"/>
                  <a:pt x="71982" y="65961"/>
                  <a:pt x="71655" y="64029"/>
                </a:cubicBezTo>
                <a:cubicBezTo>
                  <a:pt x="71410" y="62151"/>
                  <a:pt x="70921" y="60328"/>
                  <a:pt x="70213" y="58586"/>
                </a:cubicBezTo>
                <a:cubicBezTo>
                  <a:pt x="69505" y="56953"/>
                  <a:pt x="69043" y="55212"/>
                  <a:pt x="67954" y="53769"/>
                </a:cubicBezTo>
                <a:cubicBezTo>
                  <a:pt x="67219" y="52817"/>
                  <a:pt x="66512" y="51810"/>
                  <a:pt x="65777" y="50857"/>
                </a:cubicBezTo>
                <a:cubicBezTo>
                  <a:pt x="64552" y="49279"/>
                  <a:pt x="63028" y="47945"/>
                  <a:pt x="61287" y="46993"/>
                </a:cubicBezTo>
                <a:cubicBezTo>
                  <a:pt x="59736" y="46122"/>
                  <a:pt x="58130" y="45387"/>
                  <a:pt x="56470" y="44761"/>
                </a:cubicBezTo>
                <a:cubicBezTo>
                  <a:pt x="53585" y="43700"/>
                  <a:pt x="50510" y="43264"/>
                  <a:pt x="47462" y="42938"/>
                </a:cubicBezTo>
                <a:cubicBezTo>
                  <a:pt x="45938" y="42775"/>
                  <a:pt x="44414" y="42666"/>
                  <a:pt x="42863" y="42584"/>
                </a:cubicBezTo>
                <a:cubicBezTo>
                  <a:pt x="40930" y="42475"/>
                  <a:pt x="38998" y="42421"/>
                  <a:pt x="37066" y="42339"/>
                </a:cubicBezTo>
                <a:cubicBezTo>
                  <a:pt x="36222" y="42285"/>
                  <a:pt x="35379" y="42258"/>
                  <a:pt x="34535" y="42203"/>
                </a:cubicBezTo>
                <a:cubicBezTo>
                  <a:pt x="32440" y="42094"/>
                  <a:pt x="30344" y="41985"/>
                  <a:pt x="28276" y="41849"/>
                </a:cubicBezTo>
                <a:cubicBezTo>
                  <a:pt x="26915" y="41740"/>
                  <a:pt x="25554" y="41659"/>
                  <a:pt x="24221" y="41468"/>
                </a:cubicBezTo>
                <a:cubicBezTo>
                  <a:pt x="22044" y="41169"/>
                  <a:pt x="19894" y="40652"/>
                  <a:pt x="17826" y="39917"/>
                </a:cubicBezTo>
                <a:cubicBezTo>
                  <a:pt x="15893" y="39237"/>
                  <a:pt x="14152" y="38094"/>
                  <a:pt x="12736" y="36597"/>
                </a:cubicBezTo>
                <a:cubicBezTo>
                  <a:pt x="11675" y="35427"/>
                  <a:pt x="10886" y="34012"/>
                  <a:pt x="10423" y="32488"/>
                </a:cubicBezTo>
                <a:cubicBezTo>
                  <a:pt x="10042" y="31072"/>
                  <a:pt x="9743" y="29603"/>
                  <a:pt x="9580" y="28133"/>
                </a:cubicBezTo>
                <a:cubicBezTo>
                  <a:pt x="9416" y="26963"/>
                  <a:pt x="9389" y="25738"/>
                  <a:pt x="9444" y="24541"/>
                </a:cubicBezTo>
                <a:cubicBezTo>
                  <a:pt x="9525" y="22772"/>
                  <a:pt x="9716" y="21030"/>
                  <a:pt x="9906" y="19261"/>
                </a:cubicBezTo>
                <a:cubicBezTo>
                  <a:pt x="10015" y="18173"/>
                  <a:pt x="10151" y="17084"/>
                  <a:pt x="10369" y="16023"/>
                </a:cubicBezTo>
                <a:cubicBezTo>
                  <a:pt x="10559" y="14853"/>
                  <a:pt x="10859" y="13683"/>
                  <a:pt x="11104" y="12485"/>
                </a:cubicBezTo>
                <a:cubicBezTo>
                  <a:pt x="11702" y="9628"/>
                  <a:pt x="12274" y="6743"/>
                  <a:pt x="12873" y="3885"/>
                </a:cubicBezTo>
                <a:cubicBezTo>
                  <a:pt x="13036" y="3015"/>
                  <a:pt x="13281" y="2171"/>
                  <a:pt x="13498" y="1327"/>
                </a:cubicBezTo>
                <a:cubicBezTo>
                  <a:pt x="12274" y="865"/>
                  <a:pt x="11158" y="429"/>
                  <a:pt x="9988" y="21"/>
                </a:cubicBezTo>
                <a:cubicBezTo>
                  <a:pt x="9932" y="7"/>
                  <a:pt x="9875" y="0"/>
                  <a:pt x="9820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20000" y="1547280"/>
            <a:ext cx="2262960" cy="541800"/>
          </a:xfrm>
          <a:prstGeom prst="rect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title"/>
          </p:nvPr>
        </p:nvSpPr>
        <p:spPr>
          <a:xfrm>
            <a:off x="3440520" y="1547280"/>
            <a:ext cx="2262960" cy="541800"/>
          </a:xfrm>
          <a:prstGeom prst="rect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title"/>
          </p:nvPr>
        </p:nvSpPr>
        <p:spPr>
          <a:xfrm>
            <a:off x="720000" y="3071880"/>
            <a:ext cx="2262960" cy="541800"/>
          </a:xfrm>
          <a:prstGeom prst="rect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6" name="PlaceHolder 4"/>
          <p:cNvSpPr>
            <a:spLocks noGrp="1"/>
          </p:cNvSpPr>
          <p:nvPr>
            <p:ph type="title"/>
          </p:nvPr>
        </p:nvSpPr>
        <p:spPr>
          <a:xfrm>
            <a:off x="3440520" y="3071880"/>
            <a:ext cx="2262960" cy="541800"/>
          </a:xfrm>
          <a:prstGeom prst="rect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7" name="PlaceHolder 5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PlaceHolder 6"/>
          <p:cNvSpPr>
            <a:spLocks noGrp="1"/>
          </p:cNvSpPr>
          <p:nvPr>
            <p:ph type="title"/>
          </p:nvPr>
        </p:nvSpPr>
        <p:spPr>
          <a:xfrm>
            <a:off x="6161040" y="1547280"/>
            <a:ext cx="2262960" cy="541800"/>
          </a:xfrm>
          <a:prstGeom prst="rect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9" name="PlaceHolder 7"/>
          <p:cNvSpPr>
            <a:spLocks noGrp="1"/>
          </p:cNvSpPr>
          <p:nvPr>
            <p:ph type="title"/>
          </p:nvPr>
        </p:nvSpPr>
        <p:spPr>
          <a:xfrm>
            <a:off x="6161040" y="3071880"/>
            <a:ext cx="2262960" cy="541800"/>
          </a:xfrm>
          <a:prstGeom prst="rect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0" name="Google Shape;122;p20"/>
          <p:cNvSpPr/>
          <p:nvPr/>
        </p:nvSpPr>
        <p:spPr>
          <a:xfrm rot="9900000">
            <a:off x="458640" y="-469800"/>
            <a:ext cx="2017080" cy="807840"/>
          </a:xfrm>
          <a:custGeom>
            <a:avLst/>
            <a:gdLst>
              <a:gd name="textAreaLeft" fmla="*/ 0 w 2017080"/>
              <a:gd name="textAreaRight" fmla="*/ 2017440 w 2017080"/>
              <a:gd name="textAreaTop" fmla="*/ 0 h 807840"/>
              <a:gd name="textAreaBottom" fmla="*/ 808200 h 80784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Google Shape;123;p20"/>
          <p:cNvSpPr/>
          <p:nvPr/>
        </p:nvSpPr>
        <p:spPr>
          <a:xfrm rot="14880000">
            <a:off x="8168040" y="574920"/>
            <a:ext cx="2017080" cy="807840"/>
          </a:xfrm>
          <a:custGeom>
            <a:avLst/>
            <a:gdLst>
              <a:gd name="textAreaLeft" fmla="*/ 0 w 2017080"/>
              <a:gd name="textAreaRight" fmla="*/ 2017440 w 2017080"/>
              <a:gd name="textAreaTop" fmla="*/ 0 h 807840"/>
              <a:gd name="textAreaBottom" fmla="*/ 808200 h 80784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Google Shape;124;p20"/>
          <p:cNvSpPr/>
          <p:nvPr/>
        </p:nvSpPr>
        <p:spPr>
          <a:xfrm rot="1119600" flipH="1">
            <a:off x="7892640" y="3120840"/>
            <a:ext cx="2157840" cy="3297240"/>
          </a:xfrm>
          <a:custGeom>
            <a:avLst/>
            <a:gdLst>
              <a:gd name="textAreaLeft" fmla="*/ 360 w 2157840"/>
              <a:gd name="textAreaRight" fmla="*/ 2158560 w 2157840"/>
              <a:gd name="textAreaTop" fmla="*/ 0 h 3297240"/>
              <a:gd name="textAreaBottom" fmla="*/ 3297600 h 3297240"/>
            </a:gdLst>
            <a:ahLst/>
            <a:cxnLst/>
            <a:rect l="textAreaLeft" t="textAreaTop" r="textAreaRight" b="textAreaBottom"/>
            <a:pathLst>
              <a:path w="72881" h="104143">
                <a:moveTo>
                  <a:pt x="9820" y="0"/>
                </a:moveTo>
                <a:cubicBezTo>
                  <a:pt x="9659" y="0"/>
                  <a:pt x="9503" y="56"/>
                  <a:pt x="9362" y="157"/>
                </a:cubicBezTo>
                <a:cubicBezTo>
                  <a:pt x="9035" y="565"/>
                  <a:pt x="8709" y="973"/>
                  <a:pt x="8464" y="1436"/>
                </a:cubicBezTo>
                <a:cubicBezTo>
                  <a:pt x="7675" y="2742"/>
                  <a:pt x="6885" y="4049"/>
                  <a:pt x="6178" y="5409"/>
                </a:cubicBezTo>
                <a:cubicBezTo>
                  <a:pt x="5443" y="6770"/>
                  <a:pt x="4763" y="8158"/>
                  <a:pt x="4164" y="9600"/>
                </a:cubicBezTo>
                <a:cubicBezTo>
                  <a:pt x="3402" y="11424"/>
                  <a:pt x="2667" y="13247"/>
                  <a:pt x="2068" y="15125"/>
                </a:cubicBezTo>
                <a:cubicBezTo>
                  <a:pt x="1551" y="16594"/>
                  <a:pt x="1170" y="18118"/>
                  <a:pt x="898" y="19642"/>
                </a:cubicBezTo>
                <a:cubicBezTo>
                  <a:pt x="463" y="22037"/>
                  <a:pt x="163" y="24459"/>
                  <a:pt x="27" y="26909"/>
                </a:cubicBezTo>
                <a:cubicBezTo>
                  <a:pt x="0" y="28868"/>
                  <a:pt x="163" y="30855"/>
                  <a:pt x="490" y="32787"/>
                </a:cubicBezTo>
                <a:cubicBezTo>
                  <a:pt x="817" y="35046"/>
                  <a:pt x="1606" y="37223"/>
                  <a:pt x="2803" y="39182"/>
                </a:cubicBezTo>
                <a:cubicBezTo>
                  <a:pt x="3075" y="39645"/>
                  <a:pt x="3375" y="40108"/>
                  <a:pt x="3701" y="40570"/>
                </a:cubicBezTo>
                <a:cubicBezTo>
                  <a:pt x="4654" y="41822"/>
                  <a:pt x="5742" y="42965"/>
                  <a:pt x="6940" y="43999"/>
                </a:cubicBezTo>
                <a:cubicBezTo>
                  <a:pt x="8246" y="45006"/>
                  <a:pt x="9634" y="45850"/>
                  <a:pt x="11131" y="46530"/>
                </a:cubicBezTo>
                <a:cubicBezTo>
                  <a:pt x="14067" y="47838"/>
                  <a:pt x="17238" y="48518"/>
                  <a:pt x="20466" y="48518"/>
                </a:cubicBezTo>
                <a:cubicBezTo>
                  <a:pt x="20529" y="48518"/>
                  <a:pt x="20592" y="48517"/>
                  <a:pt x="20656" y="48517"/>
                </a:cubicBezTo>
                <a:cubicBezTo>
                  <a:pt x="22261" y="48517"/>
                  <a:pt x="23867" y="48462"/>
                  <a:pt x="25473" y="48381"/>
                </a:cubicBezTo>
                <a:cubicBezTo>
                  <a:pt x="26806" y="48326"/>
                  <a:pt x="28140" y="48190"/>
                  <a:pt x="29500" y="48027"/>
                </a:cubicBezTo>
                <a:cubicBezTo>
                  <a:pt x="31052" y="47809"/>
                  <a:pt x="32576" y="47537"/>
                  <a:pt x="34127" y="47319"/>
                </a:cubicBezTo>
                <a:cubicBezTo>
                  <a:pt x="36032" y="47047"/>
                  <a:pt x="37882" y="46775"/>
                  <a:pt x="39842" y="46585"/>
                </a:cubicBezTo>
                <a:cubicBezTo>
                  <a:pt x="41801" y="46394"/>
                  <a:pt x="43761" y="46231"/>
                  <a:pt x="45747" y="46149"/>
                </a:cubicBezTo>
                <a:cubicBezTo>
                  <a:pt x="46010" y="46135"/>
                  <a:pt x="46272" y="46128"/>
                  <a:pt x="46535" y="46128"/>
                </a:cubicBezTo>
                <a:cubicBezTo>
                  <a:pt x="47252" y="46128"/>
                  <a:pt x="47969" y="46178"/>
                  <a:pt x="48687" y="46258"/>
                </a:cubicBezTo>
                <a:cubicBezTo>
                  <a:pt x="50074" y="46340"/>
                  <a:pt x="51462" y="46530"/>
                  <a:pt x="52850" y="46830"/>
                </a:cubicBezTo>
                <a:cubicBezTo>
                  <a:pt x="54238" y="47211"/>
                  <a:pt x="55599" y="47728"/>
                  <a:pt x="56932" y="48299"/>
                </a:cubicBezTo>
                <a:cubicBezTo>
                  <a:pt x="58810" y="49116"/>
                  <a:pt x="60443" y="50367"/>
                  <a:pt x="61695" y="52000"/>
                </a:cubicBezTo>
                <a:cubicBezTo>
                  <a:pt x="62675" y="53170"/>
                  <a:pt x="63437" y="54477"/>
                  <a:pt x="64008" y="55865"/>
                </a:cubicBezTo>
                <a:cubicBezTo>
                  <a:pt x="64797" y="57851"/>
                  <a:pt x="65233" y="59947"/>
                  <a:pt x="65287" y="62042"/>
                </a:cubicBezTo>
                <a:cubicBezTo>
                  <a:pt x="65314" y="63240"/>
                  <a:pt x="65342" y="64437"/>
                  <a:pt x="65287" y="65635"/>
                </a:cubicBezTo>
                <a:cubicBezTo>
                  <a:pt x="65233" y="66886"/>
                  <a:pt x="65097" y="68138"/>
                  <a:pt x="64906" y="69363"/>
                </a:cubicBezTo>
                <a:cubicBezTo>
                  <a:pt x="64580" y="71077"/>
                  <a:pt x="64171" y="72765"/>
                  <a:pt x="63682" y="74425"/>
                </a:cubicBezTo>
                <a:cubicBezTo>
                  <a:pt x="63001" y="76629"/>
                  <a:pt x="62239" y="78834"/>
                  <a:pt x="61368" y="80983"/>
                </a:cubicBezTo>
                <a:cubicBezTo>
                  <a:pt x="60688" y="82752"/>
                  <a:pt x="59817" y="84467"/>
                  <a:pt x="58974" y="86181"/>
                </a:cubicBezTo>
                <a:cubicBezTo>
                  <a:pt x="58402" y="87379"/>
                  <a:pt x="57722" y="88549"/>
                  <a:pt x="57041" y="89719"/>
                </a:cubicBezTo>
                <a:cubicBezTo>
                  <a:pt x="56252" y="91053"/>
                  <a:pt x="55436" y="92386"/>
                  <a:pt x="54619" y="93693"/>
                </a:cubicBezTo>
                <a:cubicBezTo>
                  <a:pt x="54293" y="94237"/>
                  <a:pt x="53939" y="94754"/>
                  <a:pt x="53558" y="95271"/>
                </a:cubicBezTo>
                <a:cubicBezTo>
                  <a:pt x="52959" y="96115"/>
                  <a:pt x="52333" y="96931"/>
                  <a:pt x="51653" y="97856"/>
                </a:cubicBezTo>
                <a:lnTo>
                  <a:pt x="71628" y="104143"/>
                </a:lnTo>
                <a:cubicBezTo>
                  <a:pt x="71737" y="102401"/>
                  <a:pt x="71846" y="100687"/>
                  <a:pt x="71928" y="98999"/>
                </a:cubicBezTo>
                <a:cubicBezTo>
                  <a:pt x="72009" y="97639"/>
                  <a:pt x="72091" y="96278"/>
                  <a:pt x="72172" y="94917"/>
                </a:cubicBezTo>
                <a:cubicBezTo>
                  <a:pt x="72309" y="92658"/>
                  <a:pt x="72254" y="90400"/>
                  <a:pt x="72635" y="88168"/>
                </a:cubicBezTo>
                <a:cubicBezTo>
                  <a:pt x="72744" y="87270"/>
                  <a:pt x="72798" y="86372"/>
                  <a:pt x="72771" y="85474"/>
                </a:cubicBezTo>
                <a:cubicBezTo>
                  <a:pt x="72826" y="84195"/>
                  <a:pt x="72880" y="82943"/>
                  <a:pt x="72880" y="81691"/>
                </a:cubicBezTo>
                <a:cubicBezTo>
                  <a:pt x="72880" y="79160"/>
                  <a:pt x="72798" y="76656"/>
                  <a:pt x="72771" y="74153"/>
                </a:cubicBezTo>
                <a:cubicBezTo>
                  <a:pt x="72798" y="72710"/>
                  <a:pt x="72690" y="71268"/>
                  <a:pt x="72445" y="69853"/>
                </a:cubicBezTo>
                <a:cubicBezTo>
                  <a:pt x="72064" y="67948"/>
                  <a:pt x="71982" y="65961"/>
                  <a:pt x="71655" y="64029"/>
                </a:cubicBezTo>
                <a:cubicBezTo>
                  <a:pt x="71410" y="62151"/>
                  <a:pt x="70921" y="60328"/>
                  <a:pt x="70213" y="58586"/>
                </a:cubicBezTo>
                <a:cubicBezTo>
                  <a:pt x="69505" y="56953"/>
                  <a:pt x="69043" y="55212"/>
                  <a:pt x="67954" y="53769"/>
                </a:cubicBezTo>
                <a:cubicBezTo>
                  <a:pt x="67219" y="52817"/>
                  <a:pt x="66512" y="51810"/>
                  <a:pt x="65777" y="50857"/>
                </a:cubicBezTo>
                <a:cubicBezTo>
                  <a:pt x="64552" y="49279"/>
                  <a:pt x="63028" y="47945"/>
                  <a:pt x="61287" y="46993"/>
                </a:cubicBezTo>
                <a:cubicBezTo>
                  <a:pt x="59736" y="46122"/>
                  <a:pt x="58130" y="45387"/>
                  <a:pt x="56470" y="44761"/>
                </a:cubicBezTo>
                <a:cubicBezTo>
                  <a:pt x="53585" y="43700"/>
                  <a:pt x="50510" y="43264"/>
                  <a:pt x="47462" y="42938"/>
                </a:cubicBezTo>
                <a:cubicBezTo>
                  <a:pt x="45938" y="42775"/>
                  <a:pt x="44414" y="42666"/>
                  <a:pt x="42863" y="42584"/>
                </a:cubicBezTo>
                <a:cubicBezTo>
                  <a:pt x="40930" y="42475"/>
                  <a:pt x="38998" y="42421"/>
                  <a:pt x="37066" y="42339"/>
                </a:cubicBezTo>
                <a:cubicBezTo>
                  <a:pt x="36222" y="42285"/>
                  <a:pt x="35379" y="42258"/>
                  <a:pt x="34535" y="42203"/>
                </a:cubicBezTo>
                <a:cubicBezTo>
                  <a:pt x="32440" y="42094"/>
                  <a:pt x="30344" y="41985"/>
                  <a:pt x="28276" y="41849"/>
                </a:cubicBezTo>
                <a:cubicBezTo>
                  <a:pt x="26915" y="41740"/>
                  <a:pt x="25554" y="41659"/>
                  <a:pt x="24221" y="41468"/>
                </a:cubicBezTo>
                <a:cubicBezTo>
                  <a:pt x="22044" y="41169"/>
                  <a:pt x="19894" y="40652"/>
                  <a:pt x="17826" y="39917"/>
                </a:cubicBezTo>
                <a:cubicBezTo>
                  <a:pt x="15893" y="39237"/>
                  <a:pt x="14152" y="38094"/>
                  <a:pt x="12736" y="36597"/>
                </a:cubicBezTo>
                <a:cubicBezTo>
                  <a:pt x="11675" y="35427"/>
                  <a:pt x="10886" y="34012"/>
                  <a:pt x="10423" y="32488"/>
                </a:cubicBezTo>
                <a:cubicBezTo>
                  <a:pt x="10042" y="31072"/>
                  <a:pt x="9743" y="29603"/>
                  <a:pt x="9580" y="28133"/>
                </a:cubicBezTo>
                <a:cubicBezTo>
                  <a:pt x="9416" y="26963"/>
                  <a:pt x="9389" y="25738"/>
                  <a:pt x="9444" y="24541"/>
                </a:cubicBezTo>
                <a:cubicBezTo>
                  <a:pt x="9525" y="22772"/>
                  <a:pt x="9716" y="21030"/>
                  <a:pt x="9906" y="19261"/>
                </a:cubicBezTo>
                <a:cubicBezTo>
                  <a:pt x="10015" y="18173"/>
                  <a:pt x="10151" y="17084"/>
                  <a:pt x="10369" y="16023"/>
                </a:cubicBezTo>
                <a:cubicBezTo>
                  <a:pt x="10559" y="14853"/>
                  <a:pt x="10859" y="13683"/>
                  <a:pt x="11104" y="12485"/>
                </a:cubicBezTo>
                <a:cubicBezTo>
                  <a:pt x="11702" y="9628"/>
                  <a:pt x="12274" y="6743"/>
                  <a:pt x="12873" y="3885"/>
                </a:cubicBezTo>
                <a:cubicBezTo>
                  <a:pt x="13036" y="3015"/>
                  <a:pt x="13281" y="2171"/>
                  <a:pt x="13498" y="1327"/>
                </a:cubicBezTo>
                <a:cubicBezTo>
                  <a:pt x="12274" y="865"/>
                  <a:pt x="11158" y="429"/>
                  <a:pt x="9988" y="21"/>
                </a:cubicBezTo>
                <a:cubicBezTo>
                  <a:pt x="9932" y="7"/>
                  <a:pt x="9875" y="0"/>
                  <a:pt x="9820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3" name="Google Shape;125;p20"/>
          <p:cNvSpPr/>
          <p:nvPr/>
        </p:nvSpPr>
        <p:spPr>
          <a:xfrm rot="3103800">
            <a:off x="-757080" y="4199040"/>
            <a:ext cx="1891800" cy="757440"/>
          </a:xfrm>
          <a:custGeom>
            <a:avLst/>
            <a:gdLst>
              <a:gd name="textAreaLeft" fmla="*/ 0 w 1891800"/>
              <a:gd name="textAreaRight" fmla="*/ 1892160 w 1891800"/>
              <a:gd name="textAreaTop" fmla="*/ 0 h 757440"/>
              <a:gd name="textAreaBottom" fmla="*/ 757800 h 75744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3040" y="2106360"/>
            <a:ext cx="4854240" cy="1712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5" name="PlaceHolder 2"/>
          <p:cNvSpPr>
            <a:spLocks noGrp="1"/>
          </p:cNvSpPr>
          <p:nvPr>
            <p:ph type="title"/>
          </p:nvPr>
        </p:nvSpPr>
        <p:spPr>
          <a:xfrm>
            <a:off x="833040" y="1080360"/>
            <a:ext cx="1097280" cy="1020960"/>
          </a:xfrm>
          <a:prstGeom prst="rect">
            <a:avLst/>
          </a:prstGeom>
          <a:solidFill>
            <a:schemeClr val="dk2"/>
          </a:solidFill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5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xx%</a:t>
            </a:r>
            <a:endParaRPr lang="fr-FR" sz="6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5961240" y="0"/>
            <a:ext cx="318276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7" name="Google Shape;16;p3"/>
          <p:cNvSpPr/>
          <p:nvPr/>
        </p:nvSpPr>
        <p:spPr>
          <a:xfrm rot="6720000" flipH="1">
            <a:off x="-1061640" y="1173240"/>
            <a:ext cx="2017080" cy="808200"/>
          </a:xfrm>
          <a:custGeom>
            <a:avLst/>
            <a:gdLst>
              <a:gd name="textAreaLeft" fmla="*/ 360 w 2017080"/>
              <a:gd name="textAreaRight" fmla="*/ 2017800 w 2017080"/>
              <a:gd name="textAreaTop" fmla="*/ 0 h 808200"/>
              <a:gd name="textAreaBottom" fmla="*/ 808560 h 80820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2125800" y="540000"/>
            <a:ext cx="4892040" cy="134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9" name="Google Shape;129;p21"/>
          <p:cNvSpPr/>
          <p:nvPr/>
        </p:nvSpPr>
        <p:spPr>
          <a:xfrm>
            <a:off x="2125800" y="3612600"/>
            <a:ext cx="489204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CREDITS: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  <a:hlinkClick r:id="rId3"/>
              </a:rPr>
              <a:t>Freepik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131;p22"/>
          <p:cNvSpPr/>
          <p:nvPr/>
        </p:nvSpPr>
        <p:spPr>
          <a:xfrm rot="9900000">
            <a:off x="458640" y="-469800"/>
            <a:ext cx="2017080" cy="807840"/>
          </a:xfrm>
          <a:custGeom>
            <a:avLst/>
            <a:gdLst>
              <a:gd name="textAreaLeft" fmla="*/ 0 w 2017080"/>
              <a:gd name="textAreaRight" fmla="*/ 2017440 w 2017080"/>
              <a:gd name="textAreaTop" fmla="*/ 0 h 807840"/>
              <a:gd name="textAreaBottom" fmla="*/ 808200 h 80784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1" name="Google Shape;132;p22"/>
          <p:cNvSpPr/>
          <p:nvPr/>
        </p:nvSpPr>
        <p:spPr>
          <a:xfrm rot="14880000">
            <a:off x="8168040" y="574920"/>
            <a:ext cx="2017080" cy="807840"/>
          </a:xfrm>
          <a:custGeom>
            <a:avLst/>
            <a:gdLst>
              <a:gd name="textAreaLeft" fmla="*/ 0 w 2017080"/>
              <a:gd name="textAreaRight" fmla="*/ 2017440 w 2017080"/>
              <a:gd name="textAreaTop" fmla="*/ 0 h 807840"/>
              <a:gd name="textAreaBottom" fmla="*/ 808200 h 80784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2" name="Google Shape;133;p22"/>
          <p:cNvSpPr/>
          <p:nvPr/>
        </p:nvSpPr>
        <p:spPr>
          <a:xfrm rot="1119600" flipH="1">
            <a:off x="7892640" y="3120840"/>
            <a:ext cx="2157840" cy="3297240"/>
          </a:xfrm>
          <a:custGeom>
            <a:avLst/>
            <a:gdLst>
              <a:gd name="textAreaLeft" fmla="*/ 360 w 2157840"/>
              <a:gd name="textAreaRight" fmla="*/ 2158560 w 2157840"/>
              <a:gd name="textAreaTop" fmla="*/ 0 h 3297240"/>
              <a:gd name="textAreaBottom" fmla="*/ 3297600 h 3297240"/>
            </a:gdLst>
            <a:ahLst/>
            <a:cxnLst/>
            <a:rect l="textAreaLeft" t="textAreaTop" r="textAreaRight" b="textAreaBottom"/>
            <a:pathLst>
              <a:path w="72881" h="104143">
                <a:moveTo>
                  <a:pt x="9820" y="0"/>
                </a:moveTo>
                <a:cubicBezTo>
                  <a:pt x="9659" y="0"/>
                  <a:pt x="9503" y="56"/>
                  <a:pt x="9362" y="157"/>
                </a:cubicBezTo>
                <a:cubicBezTo>
                  <a:pt x="9035" y="565"/>
                  <a:pt x="8709" y="973"/>
                  <a:pt x="8464" y="1436"/>
                </a:cubicBezTo>
                <a:cubicBezTo>
                  <a:pt x="7675" y="2742"/>
                  <a:pt x="6885" y="4049"/>
                  <a:pt x="6178" y="5409"/>
                </a:cubicBezTo>
                <a:cubicBezTo>
                  <a:pt x="5443" y="6770"/>
                  <a:pt x="4763" y="8158"/>
                  <a:pt x="4164" y="9600"/>
                </a:cubicBezTo>
                <a:cubicBezTo>
                  <a:pt x="3402" y="11424"/>
                  <a:pt x="2667" y="13247"/>
                  <a:pt x="2068" y="15125"/>
                </a:cubicBezTo>
                <a:cubicBezTo>
                  <a:pt x="1551" y="16594"/>
                  <a:pt x="1170" y="18118"/>
                  <a:pt x="898" y="19642"/>
                </a:cubicBezTo>
                <a:cubicBezTo>
                  <a:pt x="463" y="22037"/>
                  <a:pt x="163" y="24459"/>
                  <a:pt x="27" y="26909"/>
                </a:cubicBezTo>
                <a:cubicBezTo>
                  <a:pt x="0" y="28868"/>
                  <a:pt x="163" y="30855"/>
                  <a:pt x="490" y="32787"/>
                </a:cubicBezTo>
                <a:cubicBezTo>
                  <a:pt x="817" y="35046"/>
                  <a:pt x="1606" y="37223"/>
                  <a:pt x="2803" y="39182"/>
                </a:cubicBezTo>
                <a:cubicBezTo>
                  <a:pt x="3075" y="39645"/>
                  <a:pt x="3375" y="40108"/>
                  <a:pt x="3701" y="40570"/>
                </a:cubicBezTo>
                <a:cubicBezTo>
                  <a:pt x="4654" y="41822"/>
                  <a:pt x="5742" y="42965"/>
                  <a:pt x="6940" y="43999"/>
                </a:cubicBezTo>
                <a:cubicBezTo>
                  <a:pt x="8246" y="45006"/>
                  <a:pt x="9634" y="45850"/>
                  <a:pt x="11131" y="46530"/>
                </a:cubicBezTo>
                <a:cubicBezTo>
                  <a:pt x="14067" y="47838"/>
                  <a:pt x="17238" y="48518"/>
                  <a:pt x="20466" y="48518"/>
                </a:cubicBezTo>
                <a:cubicBezTo>
                  <a:pt x="20529" y="48518"/>
                  <a:pt x="20592" y="48517"/>
                  <a:pt x="20656" y="48517"/>
                </a:cubicBezTo>
                <a:cubicBezTo>
                  <a:pt x="22261" y="48517"/>
                  <a:pt x="23867" y="48462"/>
                  <a:pt x="25473" y="48381"/>
                </a:cubicBezTo>
                <a:cubicBezTo>
                  <a:pt x="26806" y="48326"/>
                  <a:pt x="28140" y="48190"/>
                  <a:pt x="29500" y="48027"/>
                </a:cubicBezTo>
                <a:cubicBezTo>
                  <a:pt x="31052" y="47809"/>
                  <a:pt x="32576" y="47537"/>
                  <a:pt x="34127" y="47319"/>
                </a:cubicBezTo>
                <a:cubicBezTo>
                  <a:pt x="36032" y="47047"/>
                  <a:pt x="37882" y="46775"/>
                  <a:pt x="39842" y="46585"/>
                </a:cubicBezTo>
                <a:cubicBezTo>
                  <a:pt x="41801" y="46394"/>
                  <a:pt x="43761" y="46231"/>
                  <a:pt x="45747" y="46149"/>
                </a:cubicBezTo>
                <a:cubicBezTo>
                  <a:pt x="46010" y="46135"/>
                  <a:pt x="46272" y="46128"/>
                  <a:pt x="46535" y="46128"/>
                </a:cubicBezTo>
                <a:cubicBezTo>
                  <a:pt x="47252" y="46128"/>
                  <a:pt x="47969" y="46178"/>
                  <a:pt x="48687" y="46258"/>
                </a:cubicBezTo>
                <a:cubicBezTo>
                  <a:pt x="50074" y="46340"/>
                  <a:pt x="51462" y="46530"/>
                  <a:pt x="52850" y="46830"/>
                </a:cubicBezTo>
                <a:cubicBezTo>
                  <a:pt x="54238" y="47211"/>
                  <a:pt x="55599" y="47728"/>
                  <a:pt x="56932" y="48299"/>
                </a:cubicBezTo>
                <a:cubicBezTo>
                  <a:pt x="58810" y="49116"/>
                  <a:pt x="60443" y="50367"/>
                  <a:pt x="61695" y="52000"/>
                </a:cubicBezTo>
                <a:cubicBezTo>
                  <a:pt x="62675" y="53170"/>
                  <a:pt x="63437" y="54477"/>
                  <a:pt x="64008" y="55865"/>
                </a:cubicBezTo>
                <a:cubicBezTo>
                  <a:pt x="64797" y="57851"/>
                  <a:pt x="65233" y="59947"/>
                  <a:pt x="65287" y="62042"/>
                </a:cubicBezTo>
                <a:cubicBezTo>
                  <a:pt x="65314" y="63240"/>
                  <a:pt x="65342" y="64437"/>
                  <a:pt x="65287" y="65635"/>
                </a:cubicBezTo>
                <a:cubicBezTo>
                  <a:pt x="65233" y="66886"/>
                  <a:pt x="65097" y="68138"/>
                  <a:pt x="64906" y="69363"/>
                </a:cubicBezTo>
                <a:cubicBezTo>
                  <a:pt x="64580" y="71077"/>
                  <a:pt x="64171" y="72765"/>
                  <a:pt x="63682" y="74425"/>
                </a:cubicBezTo>
                <a:cubicBezTo>
                  <a:pt x="63001" y="76629"/>
                  <a:pt x="62239" y="78834"/>
                  <a:pt x="61368" y="80983"/>
                </a:cubicBezTo>
                <a:cubicBezTo>
                  <a:pt x="60688" y="82752"/>
                  <a:pt x="59817" y="84467"/>
                  <a:pt x="58974" y="86181"/>
                </a:cubicBezTo>
                <a:cubicBezTo>
                  <a:pt x="58402" y="87379"/>
                  <a:pt x="57722" y="88549"/>
                  <a:pt x="57041" y="89719"/>
                </a:cubicBezTo>
                <a:cubicBezTo>
                  <a:pt x="56252" y="91053"/>
                  <a:pt x="55436" y="92386"/>
                  <a:pt x="54619" y="93693"/>
                </a:cubicBezTo>
                <a:cubicBezTo>
                  <a:pt x="54293" y="94237"/>
                  <a:pt x="53939" y="94754"/>
                  <a:pt x="53558" y="95271"/>
                </a:cubicBezTo>
                <a:cubicBezTo>
                  <a:pt x="52959" y="96115"/>
                  <a:pt x="52333" y="96931"/>
                  <a:pt x="51653" y="97856"/>
                </a:cubicBezTo>
                <a:lnTo>
                  <a:pt x="71628" y="104143"/>
                </a:lnTo>
                <a:cubicBezTo>
                  <a:pt x="71737" y="102401"/>
                  <a:pt x="71846" y="100687"/>
                  <a:pt x="71928" y="98999"/>
                </a:cubicBezTo>
                <a:cubicBezTo>
                  <a:pt x="72009" y="97639"/>
                  <a:pt x="72091" y="96278"/>
                  <a:pt x="72172" y="94917"/>
                </a:cubicBezTo>
                <a:cubicBezTo>
                  <a:pt x="72309" y="92658"/>
                  <a:pt x="72254" y="90400"/>
                  <a:pt x="72635" y="88168"/>
                </a:cubicBezTo>
                <a:cubicBezTo>
                  <a:pt x="72744" y="87270"/>
                  <a:pt x="72798" y="86372"/>
                  <a:pt x="72771" y="85474"/>
                </a:cubicBezTo>
                <a:cubicBezTo>
                  <a:pt x="72826" y="84195"/>
                  <a:pt x="72880" y="82943"/>
                  <a:pt x="72880" y="81691"/>
                </a:cubicBezTo>
                <a:cubicBezTo>
                  <a:pt x="72880" y="79160"/>
                  <a:pt x="72798" y="76656"/>
                  <a:pt x="72771" y="74153"/>
                </a:cubicBezTo>
                <a:cubicBezTo>
                  <a:pt x="72798" y="72710"/>
                  <a:pt x="72690" y="71268"/>
                  <a:pt x="72445" y="69853"/>
                </a:cubicBezTo>
                <a:cubicBezTo>
                  <a:pt x="72064" y="67948"/>
                  <a:pt x="71982" y="65961"/>
                  <a:pt x="71655" y="64029"/>
                </a:cubicBezTo>
                <a:cubicBezTo>
                  <a:pt x="71410" y="62151"/>
                  <a:pt x="70921" y="60328"/>
                  <a:pt x="70213" y="58586"/>
                </a:cubicBezTo>
                <a:cubicBezTo>
                  <a:pt x="69505" y="56953"/>
                  <a:pt x="69043" y="55212"/>
                  <a:pt x="67954" y="53769"/>
                </a:cubicBezTo>
                <a:cubicBezTo>
                  <a:pt x="67219" y="52817"/>
                  <a:pt x="66512" y="51810"/>
                  <a:pt x="65777" y="50857"/>
                </a:cubicBezTo>
                <a:cubicBezTo>
                  <a:pt x="64552" y="49279"/>
                  <a:pt x="63028" y="47945"/>
                  <a:pt x="61287" y="46993"/>
                </a:cubicBezTo>
                <a:cubicBezTo>
                  <a:pt x="59736" y="46122"/>
                  <a:pt x="58130" y="45387"/>
                  <a:pt x="56470" y="44761"/>
                </a:cubicBezTo>
                <a:cubicBezTo>
                  <a:pt x="53585" y="43700"/>
                  <a:pt x="50510" y="43264"/>
                  <a:pt x="47462" y="42938"/>
                </a:cubicBezTo>
                <a:cubicBezTo>
                  <a:pt x="45938" y="42775"/>
                  <a:pt x="44414" y="42666"/>
                  <a:pt x="42863" y="42584"/>
                </a:cubicBezTo>
                <a:cubicBezTo>
                  <a:pt x="40930" y="42475"/>
                  <a:pt x="38998" y="42421"/>
                  <a:pt x="37066" y="42339"/>
                </a:cubicBezTo>
                <a:cubicBezTo>
                  <a:pt x="36222" y="42285"/>
                  <a:pt x="35379" y="42258"/>
                  <a:pt x="34535" y="42203"/>
                </a:cubicBezTo>
                <a:cubicBezTo>
                  <a:pt x="32440" y="42094"/>
                  <a:pt x="30344" y="41985"/>
                  <a:pt x="28276" y="41849"/>
                </a:cubicBezTo>
                <a:cubicBezTo>
                  <a:pt x="26915" y="41740"/>
                  <a:pt x="25554" y="41659"/>
                  <a:pt x="24221" y="41468"/>
                </a:cubicBezTo>
                <a:cubicBezTo>
                  <a:pt x="22044" y="41169"/>
                  <a:pt x="19894" y="40652"/>
                  <a:pt x="17826" y="39917"/>
                </a:cubicBezTo>
                <a:cubicBezTo>
                  <a:pt x="15893" y="39237"/>
                  <a:pt x="14152" y="38094"/>
                  <a:pt x="12736" y="36597"/>
                </a:cubicBezTo>
                <a:cubicBezTo>
                  <a:pt x="11675" y="35427"/>
                  <a:pt x="10886" y="34012"/>
                  <a:pt x="10423" y="32488"/>
                </a:cubicBezTo>
                <a:cubicBezTo>
                  <a:pt x="10042" y="31072"/>
                  <a:pt x="9743" y="29603"/>
                  <a:pt x="9580" y="28133"/>
                </a:cubicBezTo>
                <a:cubicBezTo>
                  <a:pt x="9416" y="26963"/>
                  <a:pt x="9389" y="25738"/>
                  <a:pt x="9444" y="24541"/>
                </a:cubicBezTo>
                <a:cubicBezTo>
                  <a:pt x="9525" y="22772"/>
                  <a:pt x="9716" y="21030"/>
                  <a:pt x="9906" y="19261"/>
                </a:cubicBezTo>
                <a:cubicBezTo>
                  <a:pt x="10015" y="18173"/>
                  <a:pt x="10151" y="17084"/>
                  <a:pt x="10369" y="16023"/>
                </a:cubicBezTo>
                <a:cubicBezTo>
                  <a:pt x="10559" y="14853"/>
                  <a:pt x="10859" y="13683"/>
                  <a:pt x="11104" y="12485"/>
                </a:cubicBezTo>
                <a:cubicBezTo>
                  <a:pt x="11702" y="9628"/>
                  <a:pt x="12274" y="6743"/>
                  <a:pt x="12873" y="3885"/>
                </a:cubicBezTo>
                <a:cubicBezTo>
                  <a:pt x="13036" y="3015"/>
                  <a:pt x="13281" y="2171"/>
                  <a:pt x="13498" y="1327"/>
                </a:cubicBezTo>
                <a:cubicBezTo>
                  <a:pt x="12274" y="865"/>
                  <a:pt x="11158" y="429"/>
                  <a:pt x="9988" y="21"/>
                </a:cubicBezTo>
                <a:cubicBezTo>
                  <a:pt x="9932" y="7"/>
                  <a:pt x="9875" y="0"/>
                  <a:pt x="9820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Google Shape;134;p22"/>
          <p:cNvSpPr/>
          <p:nvPr/>
        </p:nvSpPr>
        <p:spPr>
          <a:xfrm rot="3103800">
            <a:off x="-757080" y="4199040"/>
            <a:ext cx="1891800" cy="757440"/>
          </a:xfrm>
          <a:custGeom>
            <a:avLst/>
            <a:gdLst>
              <a:gd name="textAreaLeft" fmla="*/ 0 w 1891800"/>
              <a:gd name="textAreaRight" fmla="*/ 1892160 w 1891800"/>
              <a:gd name="textAreaTop" fmla="*/ 0 h 757440"/>
              <a:gd name="textAreaBottom" fmla="*/ 757800 h 75744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136;p23"/>
          <p:cNvSpPr/>
          <p:nvPr/>
        </p:nvSpPr>
        <p:spPr>
          <a:xfrm rot="14880000">
            <a:off x="8168040" y="574920"/>
            <a:ext cx="2017080" cy="807840"/>
          </a:xfrm>
          <a:custGeom>
            <a:avLst/>
            <a:gdLst>
              <a:gd name="textAreaLeft" fmla="*/ 0 w 2017080"/>
              <a:gd name="textAreaRight" fmla="*/ 2017440 w 2017080"/>
              <a:gd name="textAreaTop" fmla="*/ 0 h 807840"/>
              <a:gd name="textAreaBottom" fmla="*/ 808200 h 80784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Google Shape;137;p23"/>
          <p:cNvSpPr/>
          <p:nvPr/>
        </p:nvSpPr>
        <p:spPr>
          <a:xfrm rot="3103800">
            <a:off x="-757080" y="4199040"/>
            <a:ext cx="1891800" cy="757440"/>
          </a:xfrm>
          <a:custGeom>
            <a:avLst/>
            <a:gdLst>
              <a:gd name="textAreaLeft" fmla="*/ 0 w 1891800"/>
              <a:gd name="textAreaRight" fmla="*/ 1892160 w 1891800"/>
              <a:gd name="textAreaTop" fmla="*/ 0 h 757440"/>
              <a:gd name="textAreaBottom" fmla="*/ 757800 h 75744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Google Shape;138;p23"/>
          <p:cNvSpPr/>
          <p:nvPr/>
        </p:nvSpPr>
        <p:spPr>
          <a:xfrm rot="1119600" flipH="1">
            <a:off x="7892640" y="3120840"/>
            <a:ext cx="2157840" cy="3297240"/>
          </a:xfrm>
          <a:custGeom>
            <a:avLst/>
            <a:gdLst>
              <a:gd name="textAreaLeft" fmla="*/ 360 w 2157840"/>
              <a:gd name="textAreaRight" fmla="*/ 2158560 w 2157840"/>
              <a:gd name="textAreaTop" fmla="*/ 0 h 3297240"/>
              <a:gd name="textAreaBottom" fmla="*/ 3297600 h 3297240"/>
            </a:gdLst>
            <a:ahLst/>
            <a:cxnLst/>
            <a:rect l="textAreaLeft" t="textAreaTop" r="textAreaRight" b="textAreaBottom"/>
            <a:pathLst>
              <a:path w="72881" h="104143">
                <a:moveTo>
                  <a:pt x="9820" y="0"/>
                </a:moveTo>
                <a:cubicBezTo>
                  <a:pt x="9659" y="0"/>
                  <a:pt x="9503" y="56"/>
                  <a:pt x="9362" y="157"/>
                </a:cubicBezTo>
                <a:cubicBezTo>
                  <a:pt x="9035" y="565"/>
                  <a:pt x="8709" y="973"/>
                  <a:pt x="8464" y="1436"/>
                </a:cubicBezTo>
                <a:cubicBezTo>
                  <a:pt x="7675" y="2742"/>
                  <a:pt x="6885" y="4049"/>
                  <a:pt x="6178" y="5409"/>
                </a:cubicBezTo>
                <a:cubicBezTo>
                  <a:pt x="5443" y="6770"/>
                  <a:pt x="4763" y="8158"/>
                  <a:pt x="4164" y="9600"/>
                </a:cubicBezTo>
                <a:cubicBezTo>
                  <a:pt x="3402" y="11424"/>
                  <a:pt x="2667" y="13247"/>
                  <a:pt x="2068" y="15125"/>
                </a:cubicBezTo>
                <a:cubicBezTo>
                  <a:pt x="1551" y="16594"/>
                  <a:pt x="1170" y="18118"/>
                  <a:pt x="898" y="19642"/>
                </a:cubicBezTo>
                <a:cubicBezTo>
                  <a:pt x="463" y="22037"/>
                  <a:pt x="163" y="24459"/>
                  <a:pt x="27" y="26909"/>
                </a:cubicBezTo>
                <a:cubicBezTo>
                  <a:pt x="0" y="28868"/>
                  <a:pt x="163" y="30855"/>
                  <a:pt x="490" y="32787"/>
                </a:cubicBezTo>
                <a:cubicBezTo>
                  <a:pt x="817" y="35046"/>
                  <a:pt x="1606" y="37223"/>
                  <a:pt x="2803" y="39182"/>
                </a:cubicBezTo>
                <a:cubicBezTo>
                  <a:pt x="3075" y="39645"/>
                  <a:pt x="3375" y="40108"/>
                  <a:pt x="3701" y="40570"/>
                </a:cubicBezTo>
                <a:cubicBezTo>
                  <a:pt x="4654" y="41822"/>
                  <a:pt x="5742" y="42965"/>
                  <a:pt x="6940" y="43999"/>
                </a:cubicBezTo>
                <a:cubicBezTo>
                  <a:pt x="8246" y="45006"/>
                  <a:pt x="9634" y="45850"/>
                  <a:pt x="11131" y="46530"/>
                </a:cubicBezTo>
                <a:cubicBezTo>
                  <a:pt x="14067" y="47838"/>
                  <a:pt x="17238" y="48518"/>
                  <a:pt x="20466" y="48518"/>
                </a:cubicBezTo>
                <a:cubicBezTo>
                  <a:pt x="20529" y="48518"/>
                  <a:pt x="20592" y="48517"/>
                  <a:pt x="20656" y="48517"/>
                </a:cubicBezTo>
                <a:cubicBezTo>
                  <a:pt x="22261" y="48517"/>
                  <a:pt x="23867" y="48462"/>
                  <a:pt x="25473" y="48381"/>
                </a:cubicBezTo>
                <a:cubicBezTo>
                  <a:pt x="26806" y="48326"/>
                  <a:pt x="28140" y="48190"/>
                  <a:pt x="29500" y="48027"/>
                </a:cubicBezTo>
                <a:cubicBezTo>
                  <a:pt x="31052" y="47809"/>
                  <a:pt x="32576" y="47537"/>
                  <a:pt x="34127" y="47319"/>
                </a:cubicBezTo>
                <a:cubicBezTo>
                  <a:pt x="36032" y="47047"/>
                  <a:pt x="37882" y="46775"/>
                  <a:pt x="39842" y="46585"/>
                </a:cubicBezTo>
                <a:cubicBezTo>
                  <a:pt x="41801" y="46394"/>
                  <a:pt x="43761" y="46231"/>
                  <a:pt x="45747" y="46149"/>
                </a:cubicBezTo>
                <a:cubicBezTo>
                  <a:pt x="46010" y="46135"/>
                  <a:pt x="46272" y="46128"/>
                  <a:pt x="46535" y="46128"/>
                </a:cubicBezTo>
                <a:cubicBezTo>
                  <a:pt x="47252" y="46128"/>
                  <a:pt x="47969" y="46178"/>
                  <a:pt x="48687" y="46258"/>
                </a:cubicBezTo>
                <a:cubicBezTo>
                  <a:pt x="50074" y="46340"/>
                  <a:pt x="51462" y="46530"/>
                  <a:pt x="52850" y="46830"/>
                </a:cubicBezTo>
                <a:cubicBezTo>
                  <a:pt x="54238" y="47211"/>
                  <a:pt x="55599" y="47728"/>
                  <a:pt x="56932" y="48299"/>
                </a:cubicBezTo>
                <a:cubicBezTo>
                  <a:pt x="58810" y="49116"/>
                  <a:pt x="60443" y="50367"/>
                  <a:pt x="61695" y="52000"/>
                </a:cubicBezTo>
                <a:cubicBezTo>
                  <a:pt x="62675" y="53170"/>
                  <a:pt x="63437" y="54477"/>
                  <a:pt x="64008" y="55865"/>
                </a:cubicBezTo>
                <a:cubicBezTo>
                  <a:pt x="64797" y="57851"/>
                  <a:pt x="65233" y="59947"/>
                  <a:pt x="65287" y="62042"/>
                </a:cubicBezTo>
                <a:cubicBezTo>
                  <a:pt x="65314" y="63240"/>
                  <a:pt x="65342" y="64437"/>
                  <a:pt x="65287" y="65635"/>
                </a:cubicBezTo>
                <a:cubicBezTo>
                  <a:pt x="65233" y="66886"/>
                  <a:pt x="65097" y="68138"/>
                  <a:pt x="64906" y="69363"/>
                </a:cubicBezTo>
                <a:cubicBezTo>
                  <a:pt x="64580" y="71077"/>
                  <a:pt x="64171" y="72765"/>
                  <a:pt x="63682" y="74425"/>
                </a:cubicBezTo>
                <a:cubicBezTo>
                  <a:pt x="63001" y="76629"/>
                  <a:pt x="62239" y="78834"/>
                  <a:pt x="61368" y="80983"/>
                </a:cubicBezTo>
                <a:cubicBezTo>
                  <a:pt x="60688" y="82752"/>
                  <a:pt x="59817" y="84467"/>
                  <a:pt x="58974" y="86181"/>
                </a:cubicBezTo>
                <a:cubicBezTo>
                  <a:pt x="58402" y="87379"/>
                  <a:pt x="57722" y="88549"/>
                  <a:pt x="57041" y="89719"/>
                </a:cubicBezTo>
                <a:cubicBezTo>
                  <a:pt x="56252" y="91053"/>
                  <a:pt x="55436" y="92386"/>
                  <a:pt x="54619" y="93693"/>
                </a:cubicBezTo>
                <a:cubicBezTo>
                  <a:pt x="54293" y="94237"/>
                  <a:pt x="53939" y="94754"/>
                  <a:pt x="53558" y="95271"/>
                </a:cubicBezTo>
                <a:cubicBezTo>
                  <a:pt x="52959" y="96115"/>
                  <a:pt x="52333" y="96931"/>
                  <a:pt x="51653" y="97856"/>
                </a:cubicBezTo>
                <a:lnTo>
                  <a:pt x="71628" y="104143"/>
                </a:lnTo>
                <a:cubicBezTo>
                  <a:pt x="71737" y="102401"/>
                  <a:pt x="71846" y="100687"/>
                  <a:pt x="71928" y="98999"/>
                </a:cubicBezTo>
                <a:cubicBezTo>
                  <a:pt x="72009" y="97639"/>
                  <a:pt x="72091" y="96278"/>
                  <a:pt x="72172" y="94917"/>
                </a:cubicBezTo>
                <a:cubicBezTo>
                  <a:pt x="72309" y="92658"/>
                  <a:pt x="72254" y="90400"/>
                  <a:pt x="72635" y="88168"/>
                </a:cubicBezTo>
                <a:cubicBezTo>
                  <a:pt x="72744" y="87270"/>
                  <a:pt x="72798" y="86372"/>
                  <a:pt x="72771" y="85474"/>
                </a:cubicBezTo>
                <a:cubicBezTo>
                  <a:pt x="72826" y="84195"/>
                  <a:pt x="72880" y="82943"/>
                  <a:pt x="72880" y="81691"/>
                </a:cubicBezTo>
                <a:cubicBezTo>
                  <a:pt x="72880" y="79160"/>
                  <a:pt x="72798" y="76656"/>
                  <a:pt x="72771" y="74153"/>
                </a:cubicBezTo>
                <a:cubicBezTo>
                  <a:pt x="72798" y="72710"/>
                  <a:pt x="72690" y="71268"/>
                  <a:pt x="72445" y="69853"/>
                </a:cubicBezTo>
                <a:cubicBezTo>
                  <a:pt x="72064" y="67948"/>
                  <a:pt x="71982" y="65961"/>
                  <a:pt x="71655" y="64029"/>
                </a:cubicBezTo>
                <a:cubicBezTo>
                  <a:pt x="71410" y="62151"/>
                  <a:pt x="70921" y="60328"/>
                  <a:pt x="70213" y="58586"/>
                </a:cubicBezTo>
                <a:cubicBezTo>
                  <a:pt x="69505" y="56953"/>
                  <a:pt x="69043" y="55212"/>
                  <a:pt x="67954" y="53769"/>
                </a:cubicBezTo>
                <a:cubicBezTo>
                  <a:pt x="67219" y="52817"/>
                  <a:pt x="66512" y="51810"/>
                  <a:pt x="65777" y="50857"/>
                </a:cubicBezTo>
                <a:cubicBezTo>
                  <a:pt x="64552" y="49279"/>
                  <a:pt x="63028" y="47945"/>
                  <a:pt x="61287" y="46993"/>
                </a:cubicBezTo>
                <a:cubicBezTo>
                  <a:pt x="59736" y="46122"/>
                  <a:pt x="58130" y="45387"/>
                  <a:pt x="56470" y="44761"/>
                </a:cubicBezTo>
                <a:cubicBezTo>
                  <a:pt x="53585" y="43700"/>
                  <a:pt x="50510" y="43264"/>
                  <a:pt x="47462" y="42938"/>
                </a:cubicBezTo>
                <a:cubicBezTo>
                  <a:pt x="45938" y="42775"/>
                  <a:pt x="44414" y="42666"/>
                  <a:pt x="42863" y="42584"/>
                </a:cubicBezTo>
                <a:cubicBezTo>
                  <a:pt x="40930" y="42475"/>
                  <a:pt x="38998" y="42421"/>
                  <a:pt x="37066" y="42339"/>
                </a:cubicBezTo>
                <a:cubicBezTo>
                  <a:pt x="36222" y="42285"/>
                  <a:pt x="35379" y="42258"/>
                  <a:pt x="34535" y="42203"/>
                </a:cubicBezTo>
                <a:cubicBezTo>
                  <a:pt x="32440" y="42094"/>
                  <a:pt x="30344" y="41985"/>
                  <a:pt x="28276" y="41849"/>
                </a:cubicBezTo>
                <a:cubicBezTo>
                  <a:pt x="26915" y="41740"/>
                  <a:pt x="25554" y="41659"/>
                  <a:pt x="24221" y="41468"/>
                </a:cubicBezTo>
                <a:cubicBezTo>
                  <a:pt x="22044" y="41169"/>
                  <a:pt x="19894" y="40652"/>
                  <a:pt x="17826" y="39917"/>
                </a:cubicBezTo>
                <a:cubicBezTo>
                  <a:pt x="15893" y="39237"/>
                  <a:pt x="14152" y="38094"/>
                  <a:pt x="12736" y="36597"/>
                </a:cubicBezTo>
                <a:cubicBezTo>
                  <a:pt x="11675" y="35427"/>
                  <a:pt x="10886" y="34012"/>
                  <a:pt x="10423" y="32488"/>
                </a:cubicBezTo>
                <a:cubicBezTo>
                  <a:pt x="10042" y="31072"/>
                  <a:pt x="9743" y="29603"/>
                  <a:pt x="9580" y="28133"/>
                </a:cubicBezTo>
                <a:cubicBezTo>
                  <a:pt x="9416" y="26963"/>
                  <a:pt x="9389" y="25738"/>
                  <a:pt x="9444" y="24541"/>
                </a:cubicBezTo>
                <a:cubicBezTo>
                  <a:pt x="9525" y="22772"/>
                  <a:pt x="9716" y="21030"/>
                  <a:pt x="9906" y="19261"/>
                </a:cubicBezTo>
                <a:cubicBezTo>
                  <a:pt x="10015" y="18173"/>
                  <a:pt x="10151" y="17084"/>
                  <a:pt x="10369" y="16023"/>
                </a:cubicBezTo>
                <a:cubicBezTo>
                  <a:pt x="10559" y="14853"/>
                  <a:pt x="10859" y="13683"/>
                  <a:pt x="11104" y="12485"/>
                </a:cubicBezTo>
                <a:cubicBezTo>
                  <a:pt x="11702" y="9628"/>
                  <a:pt x="12274" y="6743"/>
                  <a:pt x="12873" y="3885"/>
                </a:cubicBezTo>
                <a:cubicBezTo>
                  <a:pt x="13036" y="3015"/>
                  <a:pt x="13281" y="2171"/>
                  <a:pt x="13498" y="1327"/>
                </a:cubicBezTo>
                <a:cubicBezTo>
                  <a:pt x="12274" y="865"/>
                  <a:pt x="11158" y="429"/>
                  <a:pt x="9988" y="21"/>
                </a:cubicBezTo>
                <a:cubicBezTo>
                  <a:pt x="9932" y="7"/>
                  <a:pt x="9875" y="0"/>
                  <a:pt x="9820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90932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370260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720000" y="1203120"/>
            <a:ext cx="7703640" cy="35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2" name="Google Shape;20;p4"/>
          <p:cNvSpPr/>
          <p:nvPr/>
        </p:nvSpPr>
        <p:spPr>
          <a:xfrm rot="20480400">
            <a:off x="7304400" y="-1171080"/>
            <a:ext cx="2157840" cy="3297240"/>
          </a:xfrm>
          <a:custGeom>
            <a:avLst/>
            <a:gdLst>
              <a:gd name="textAreaLeft" fmla="*/ 0 w 2157840"/>
              <a:gd name="textAreaRight" fmla="*/ 2158200 w 2157840"/>
              <a:gd name="textAreaTop" fmla="*/ 0 h 3297240"/>
              <a:gd name="textAreaBottom" fmla="*/ 3297600 h 3297240"/>
            </a:gdLst>
            <a:ahLst/>
            <a:cxnLst/>
            <a:rect l="textAreaLeft" t="textAreaTop" r="textAreaRight" b="textAreaBottom"/>
            <a:pathLst>
              <a:path w="72881" h="104143">
                <a:moveTo>
                  <a:pt x="9820" y="0"/>
                </a:moveTo>
                <a:cubicBezTo>
                  <a:pt x="9659" y="0"/>
                  <a:pt x="9503" y="56"/>
                  <a:pt x="9362" y="157"/>
                </a:cubicBezTo>
                <a:cubicBezTo>
                  <a:pt x="9035" y="565"/>
                  <a:pt x="8709" y="973"/>
                  <a:pt x="8464" y="1436"/>
                </a:cubicBezTo>
                <a:cubicBezTo>
                  <a:pt x="7675" y="2742"/>
                  <a:pt x="6885" y="4049"/>
                  <a:pt x="6178" y="5409"/>
                </a:cubicBezTo>
                <a:cubicBezTo>
                  <a:pt x="5443" y="6770"/>
                  <a:pt x="4763" y="8158"/>
                  <a:pt x="4164" y="9600"/>
                </a:cubicBezTo>
                <a:cubicBezTo>
                  <a:pt x="3402" y="11424"/>
                  <a:pt x="2667" y="13247"/>
                  <a:pt x="2068" y="15125"/>
                </a:cubicBezTo>
                <a:cubicBezTo>
                  <a:pt x="1551" y="16594"/>
                  <a:pt x="1170" y="18118"/>
                  <a:pt x="898" y="19642"/>
                </a:cubicBezTo>
                <a:cubicBezTo>
                  <a:pt x="463" y="22037"/>
                  <a:pt x="163" y="24459"/>
                  <a:pt x="27" y="26909"/>
                </a:cubicBezTo>
                <a:cubicBezTo>
                  <a:pt x="0" y="28868"/>
                  <a:pt x="163" y="30855"/>
                  <a:pt x="490" y="32787"/>
                </a:cubicBezTo>
                <a:cubicBezTo>
                  <a:pt x="817" y="35046"/>
                  <a:pt x="1606" y="37223"/>
                  <a:pt x="2803" y="39182"/>
                </a:cubicBezTo>
                <a:cubicBezTo>
                  <a:pt x="3075" y="39645"/>
                  <a:pt x="3375" y="40108"/>
                  <a:pt x="3701" y="40570"/>
                </a:cubicBezTo>
                <a:cubicBezTo>
                  <a:pt x="4654" y="41822"/>
                  <a:pt x="5742" y="42965"/>
                  <a:pt x="6940" y="43999"/>
                </a:cubicBezTo>
                <a:cubicBezTo>
                  <a:pt x="8246" y="45006"/>
                  <a:pt x="9634" y="45850"/>
                  <a:pt x="11131" y="46530"/>
                </a:cubicBezTo>
                <a:cubicBezTo>
                  <a:pt x="14067" y="47838"/>
                  <a:pt x="17238" y="48518"/>
                  <a:pt x="20466" y="48518"/>
                </a:cubicBezTo>
                <a:cubicBezTo>
                  <a:pt x="20529" y="48518"/>
                  <a:pt x="20592" y="48517"/>
                  <a:pt x="20656" y="48517"/>
                </a:cubicBezTo>
                <a:cubicBezTo>
                  <a:pt x="22261" y="48517"/>
                  <a:pt x="23867" y="48462"/>
                  <a:pt x="25473" y="48381"/>
                </a:cubicBezTo>
                <a:cubicBezTo>
                  <a:pt x="26806" y="48326"/>
                  <a:pt x="28140" y="48190"/>
                  <a:pt x="29500" y="48027"/>
                </a:cubicBezTo>
                <a:cubicBezTo>
                  <a:pt x="31052" y="47809"/>
                  <a:pt x="32576" y="47537"/>
                  <a:pt x="34127" y="47319"/>
                </a:cubicBezTo>
                <a:cubicBezTo>
                  <a:pt x="36032" y="47047"/>
                  <a:pt x="37882" y="46775"/>
                  <a:pt x="39842" y="46585"/>
                </a:cubicBezTo>
                <a:cubicBezTo>
                  <a:pt x="41801" y="46394"/>
                  <a:pt x="43761" y="46231"/>
                  <a:pt x="45747" y="46149"/>
                </a:cubicBezTo>
                <a:cubicBezTo>
                  <a:pt x="46010" y="46135"/>
                  <a:pt x="46272" y="46128"/>
                  <a:pt x="46535" y="46128"/>
                </a:cubicBezTo>
                <a:cubicBezTo>
                  <a:pt x="47252" y="46128"/>
                  <a:pt x="47969" y="46178"/>
                  <a:pt x="48687" y="46258"/>
                </a:cubicBezTo>
                <a:cubicBezTo>
                  <a:pt x="50074" y="46340"/>
                  <a:pt x="51462" y="46530"/>
                  <a:pt x="52850" y="46830"/>
                </a:cubicBezTo>
                <a:cubicBezTo>
                  <a:pt x="54238" y="47211"/>
                  <a:pt x="55599" y="47728"/>
                  <a:pt x="56932" y="48299"/>
                </a:cubicBezTo>
                <a:cubicBezTo>
                  <a:pt x="58810" y="49116"/>
                  <a:pt x="60443" y="50367"/>
                  <a:pt x="61695" y="52000"/>
                </a:cubicBezTo>
                <a:cubicBezTo>
                  <a:pt x="62675" y="53170"/>
                  <a:pt x="63437" y="54477"/>
                  <a:pt x="64008" y="55865"/>
                </a:cubicBezTo>
                <a:cubicBezTo>
                  <a:pt x="64797" y="57851"/>
                  <a:pt x="65233" y="59947"/>
                  <a:pt x="65287" y="62042"/>
                </a:cubicBezTo>
                <a:cubicBezTo>
                  <a:pt x="65314" y="63240"/>
                  <a:pt x="65342" y="64437"/>
                  <a:pt x="65287" y="65635"/>
                </a:cubicBezTo>
                <a:cubicBezTo>
                  <a:pt x="65233" y="66886"/>
                  <a:pt x="65097" y="68138"/>
                  <a:pt x="64906" y="69363"/>
                </a:cubicBezTo>
                <a:cubicBezTo>
                  <a:pt x="64580" y="71077"/>
                  <a:pt x="64171" y="72765"/>
                  <a:pt x="63682" y="74425"/>
                </a:cubicBezTo>
                <a:cubicBezTo>
                  <a:pt x="63001" y="76629"/>
                  <a:pt x="62239" y="78834"/>
                  <a:pt x="61368" y="80983"/>
                </a:cubicBezTo>
                <a:cubicBezTo>
                  <a:pt x="60688" y="82752"/>
                  <a:pt x="59817" y="84467"/>
                  <a:pt x="58974" y="86181"/>
                </a:cubicBezTo>
                <a:cubicBezTo>
                  <a:pt x="58402" y="87379"/>
                  <a:pt x="57722" y="88549"/>
                  <a:pt x="57041" y="89719"/>
                </a:cubicBezTo>
                <a:cubicBezTo>
                  <a:pt x="56252" y="91053"/>
                  <a:pt x="55436" y="92386"/>
                  <a:pt x="54619" y="93693"/>
                </a:cubicBezTo>
                <a:cubicBezTo>
                  <a:pt x="54293" y="94237"/>
                  <a:pt x="53939" y="94754"/>
                  <a:pt x="53558" y="95271"/>
                </a:cubicBezTo>
                <a:cubicBezTo>
                  <a:pt x="52959" y="96115"/>
                  <a:pt x="52333" y="96931"/>
                  <a:pt x="51653" y="97856"/>
                </a:cubicBezTo>
                <a:lnTo>
                  <a:pt x="71628" y="104143"/>
                </a:lnTo>
                <a:cubicBezTo>
                  <a:pt x="71737" y="102401"/>
                  <a:pt x="71846" y="100687"/>
                  <a:pt x="71928" y="98999"/>
                </a:cubicBezTo>
                <a:cubicBezTo>
                  <a:pt x="72009" y="97639"/>
                  <a:pt x="72091" y="96278"/>
                  <a:pt x="72172" y="94917"/>
                </a:cubicBezTo>
                <a:cubicBezTo>
                  <a:pt x="72309" y="92658"/>
                  <a:pt x="72254" y="90400"/>
                  <a:pt x="72635" y="88168"/>
                </a:cubicBezTo>
                <a:cubicBezTo>
                  <a:pt x="72744" y="87270"/>
                  <a:pt x="72798" y="86372"/>
                  <a:pt x="72771" y="85474"/>
                </a:cubicBezTo>
                <a:cubicBezTo>
                  <a:pt x="72826" y="84195"/>
                  <a:pt x="72880" y="82943"/>
                  <a:pt x="72880" y="81691"/>
                </a:cubicBezTo>
                <a:cubicBezTo>
                  <a:pt x="72880" y="79160"/>
                  <a:pt x="72798" y="76656"/>
                  <a:pt x="72771" y="74153"/>
                </a:cubicBezTo>
                <a:cubicBezTo>
                  <a:pt x="72798" y="72710"/>
                  <a:pt x="72690" y="71268"/>
                  <a:pt x="72445" y="69853"/>
                </a:cubicBezTo>
                <a:cubicBezTo>
                  <a:pt x="72064" y="67948"/>
                  <a:pt x="71982" y="65961"/>
                  <a:pt x="71655" y="64029"/>
                </a:cubicBezTo>
                <a:cubicBezTo>
                  <a:pt x="71410" y="62151"/>
                  <a:pt x="70921" y="60328"/>
                  <a:pt x="70213" y="58586"/>
                </a:cubicBezTo>
                <a:cubicBezTo>
                  <a:pt x="69505" y="56953"/>
                  <a:pt x="69043" y="55212"/>
                  <a:pt x="67954" y="53769"/>
                </a:cubicBezTo>
                <a:cubicBezTo>
                  <a:pt x="67219" y="52817"/>
                  <a:pt x="66512" y="51810"/>
                  <a:pt x="65777" y="50857"/>
                </a:cubicBezTo>
                <a:cubicBezTo>
                  <a:pt x="64552" y="49279"/>
                  <a:pt x="63028" y="47945"/>
                  <a:pt x="61287" y="46993"/>
                </a:cubicBezTo>
                <a:cubicBezTo>
                  <a:pt x="59736" y="46122"/>
                  <a:pt x="58130" y="45387"/>
                  <a:pt x="56470" y="44761"/>
                </a:cubicBezTo>
                <a:cubicBezTo>
                  <a:pt x="53585" y="43700"/>
                  <a:pt x="50510" y="43264"/>
                  <a:pt x="47462" y="42938"/>
                </a:cubicBezTo>
                <a:cubicBezTo>
                  <a:pt x="45938" y="42775"/>
                  <a:pt x="44414" y="42666"/>
                  <a:pt x="42863" y="42584"/>
                </a:cubicBezTo>
                <a:cubicBezTo>
                  <a:pt x="40930" y="42475"/>
                  <a:pt x="38998" y="42421"/>
                  <a:pt x="37066" y="42339"/>
                </a:cubicBezTo>
                <a:cubicBezTo>
                  <a:pt x="36222" y="42285"/>
                  <a:pt x="35379" y="42258"/>
                  <a:pt x="34535" y="42203"/>
                </a:cubicBezTo>
                <a:cubicBezTo>
                  <a:pt x="32440" y="42094"/>
                  <a:pt x="30344" y="41985"/>
                  <a:pt x="28276" y="41849"/>
                </a:cubicBezTo>
                <a:cubicBezTo>
                  <a:pt x="26915" y="41740"/>
                  <a:pt x="25554" y="41659"/>
                  <a:pt x="24221" y="41468"/>
                </a:cubicBezTo>
                <a:cubicBezTo>
                  <a:pt x="22044" y="41169"/>
                  <a:pt x="19894" y="40652"/>
                  <a:pt x="17826" y="39917"/>
                </a:cubicBezTo>
                <a:cubicBezTo>
                  <a:pt x="15893" y="39237"/>
                  <a:pt x="14152" y="38094"/>
                  <a:pt x="12736" y="36597"/>
                </a:cubicBezTo>
                <a:cubicBezTo>
                  <a:pt x="11675" y="35427"/>
                  <a:pt x="10886" y="34012"/>
                  <a:pt x="10423" y="32488"/>
                </a:cubicBezTo>
                <a:cubicBezTo>
                  <a:pt x="10042" y="31072"/>
                  <a:pt x="9743" y="29603"/>
                  <a:pt x="9580" y="28133"/>
                </a:cubicBezTo>
                <a:cubicBezTo>
                  <a:pt x="9416" y="26963"/>
                  <a:pt x="9389" y="25738"/>
                  <a:pt x="9444" y="24541"/>
                </a:cubicBezTo>
                <a:cubicBezTo>
                  <a:pt x="9525" y="22772"/>
                  <a:pt x="9716" y="21030"/>
                  <a:pt x="9906" y="19261"/>
                </a:cubicBezTo>
                <a:cubicBezTo>
                  <a:pt x="10015" y="18173"/>
                  <a:pt x="10151" y="17084"/>
                  <a:pt x="10369" y="16023"/>
                </a:cubicBezTo>
                <a:cubicBezTo>
                  <a:pt x="10559" y="14853"/>
                  <a:pt x="10859" y="13683"/>
                  <a:pt x="11104" y="12485"/>
                </a:cubicBezTo>
                <a:cubicBezTo>
                  <a:pt x="11702" y="9628"/>
                  <a:pt x="12274" y="6743"/>
                  <a:pt x="12873" y="3885"/>
                </a:cubicBezTo>
                <a:cubicBezTo>
                  <a:pt x="13036" y="3015"/>
                  <a:pt x="13281" y="2171"/>
                  <a:pt x="13498" y="1327"/>
                </a:cubicBezTo>
                <a:cubicBezTo>
                  <a:pt x="12274" y="865"/>
                  <a:pt x="11158" y="429"/>
                  <a:pt x="9988" y="21"/>
                </a:cubicBezTo>
                <a:cubicBezTo>
                  <a:pt x="9932" y="7"/>
                  <a:pt x="9875" y="0"/>
                  <a:pt x="9820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Google Shape;21;p4"/>
          <p:cNvSpPr/>
          <p:nvPr/>
        </p:nvSpPr>
        <p:spPr>
          <a:xfrm rot="6720000" flipH="1">
            <a:off x="-1061640" y="640080"/>
            <a:ext cx="2017080" cy="808200"/>
          </a:xfrm>
          <a:custGeom>
            <a:avLst/>
            <a:gdLst>
              <a:gd name="textAreaLeft" fmla="*/ 360 w 2017080"/>
              <a:gd name="textAreaRight" fmla="*/ 2017800 w 2017080"/>
              <a:gd name="textAreaTop" fmla="*/ 0 h 808200"/>
              <a:gd name="textAreaBottom" fmla="*/ 808560 h 80820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4" name="Google Shape;22;p4"/>
          <p:cNvSpPr/>
          <p:nvPr/>
        </p:nvSpPr>
        <p:spPr>
          <a:xfrm flipH="1">
            <a:off x="7397280" y="4467960"/>
            <a:ext cx="1891440" cy="757440"/>
          </a:xfrm>
          <a:custGeom>
            <a:avLst/>
            <a:gdLst>
              <a:gd name="textAreaLeft" fmla="*/ 360 w 1891440"/>
              <a:gd name="textAreaRight" fmla="*/ 1892160 w 1891440"/>
              <a:gd name="textAreaTop" fmla="*/ 0 h 757440"/>
              <a:gd name="textAreaBottom" fmla="*/ 757800 h 75744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6" name="PlaceHolder 2"/>
          <p:cNvSpPr>
            <a:spLocks noGrp="1"/>
          </p:cNvSpPr>
          <p:nvPr>
            <p:ph type="title"/>
          </p:nvPr>
        </p:nvSpPr>
        <p:spPr>
          <a:xfrm>
            <a:off x="720000" y="1801440"/>
            <a:ext cx="3521880" cy="393120"/>
          </a:xfrm>
          <a:prstGeom prst="rect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7" name="PlaceHolder 3"/>
          <p:cNvSpPr>
            <a:spLocks noGrp="1"/>
          </p:cNvSpPr>
          <p:nvPr>
            <p:ph type="title"/>
          </p:nvPr>
        </p:nvSpPr>
        <p:spPr>
          <a:xfrm>
            <a:off x="4901760" y="1801440"/>
            <a:ext cx="3521880" cy="393120"/>
          </a:xfrm>
          <a:prstGeom prst="rect">
            <a:avLst/>
          </a:prstGeom>
          <a:solidFill>
            <a:schemeClr val="accent1"/>
          </a:solidFill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9" name="Google Shape;31;p6"/>
          <p:cNvSpPr/>
          <p:nvPr/>
        </p:nvSpPr>
        <p:spPr>
          <a:xfrm rot="20480400">
            <a:off x="7304400" y="-1171080"/>
            <a:ext cx="2157840" cy="3297240"/>
          </a:xfrm>
          <a:custGeom>
            <a:avLst/>
            <a:gdLst>
              <a:gd name="textAreaLeft" fmla="*/ 0 w 2157840"/>
              <a:gd name="textAreaRight" fmla="*/ 2158200 w 2157840"/>
              <a:gd name="textAreaTop" fmla="*/ 0 h 3297240"/>
              <a:gd name="textAreaBottom" fmla="*/ 3297600 h 3297240"/>
            </a:gdLst>
            <a:ahLst/>
            <a:cxnLst/>
            <a:rect l="textAreaLeft" t="textAreaTop" r="textAreaRight" b="textAreaBottom"/>
            <a:pathLst>
              <a:path w="72881" h="104143">
                <a:moveTo>
                  <a:pt x="9820" y="0"/>
                </a:moveTo>
                <a:cubicBezTo>
                  <a:pt x="9659" y="0"/>
                  <a:pt x="9503" y="56"/>
                  <a:pt x="9362" y="157"/>
                </a:cubicBezTo>
                <a:cubicBezTo>
                  <a:pt x="9035" y="565"/>
                  <a:pt x="8709" y="973"/>
                  <a:pt x="8464" y="1436"/>
                </a:cubicBezTo>
                <a:cubicBezTo>
                  <a:pt x="7675" y="2742"/>
                  <a:pt x="6885" y="4049"/>
                  <a:pt x="6178" y="5409"/>
                </a:cubicBezTo>
                <a:cubicBezTo>
                  <a:pt x="5443" y="6770"/>
                  <a:pt x="4763" y="8158"/>
                  <a:pt x="4164" y="9600"/>
                </a:cubicBezTo>
                <a:cubicBezTo>
                  <a:pt x="3402" y="11424"/>
                  <a:pt x="2667" y="13247"/>
                  <a:pt x="2068" y="15125"/>
                </a:cubicBezTo>
                <a:cubicBezTo>
                  <a:pt x="1551" y="16594"/>
                  <a:pt x="1170" y="18118"/>
                  <a:pt x="898" y="19642"/>
                </a:cubicBezTo>
                <a:cubicBezTo>
                  <a:pt x="463" y="22037"/>
                  <a:pt x="163" y="24459"/>
                  <a:pt x="27" y="26909"/>
                </a:cubicBezTo>
                <a:cubicBezTo>
                  <a:pt x="0" y="28868"/>
                  <a:pt x="163" y="30855"/>
                  <a:pt x="490" y="32787"/>
                </a:cubicBezTo>
                <a:cubicBezTo>
                  <a:pt x="817" y="35046"/>
                  <a:pt x="1606" y="37223"/>
                  <a:pt x="2803" y="39182"/>
                </a:cubicBezTo>
                <a:cubicBezTo>
                  <a:pt x="3075" y="39645"/>
                  <a:pt x="3375" y="40108"/>
                  <a:pt x="3701" y="40570"/>
                </a:cubicBezTo>
                <a:cubicBezTo>
                  <a:pt x="4654" y="41822"/>
                  <a:pt x="5742" y="42965"/>
                  <a:pt x="6940" y="43999"/>
                </a:cubicBezTo>
                <a:cubicBezTo>
                  <a:pt x="8246" y="45006"/>
                  <a:pt x="9634" y="45850"/>
                  <a:pt x="11131" y="46530"/>
                </a:cubicBezTo>
                <a:cubicBezTo>
                  <a:pt x="14067" y="47838"/>
                  <a:pt x="17238" y="48518"/>
                  <a:pt x="20466" y="48518"/>
                </a:cubicBezTo>
                <a:cubicBezTo>
                  <a:pt x="20529" y="48518"/>
                  <a:pt x="20592" y="48517"/>
                  <a:pt x="20656" y="48517"/>
                </a:cubicBezTo>
                <a:cubicBezTo>
                  <a:pt x="22261" y="48517"/>
                  <a:pt x="23867" y="48462"/>
                  <a:pt x="25473" y="48381"/>
                </a:cubicBezTo>
                <a:cubicBezTo>
                  <a:pt x="26806" y="48326"/>
                  <a:pt x="28140" y="48190"/>
                  <a:pt x="29500" y="48027"/>
                </a:cubicBezTo>
                <a:cubicBezTo>
                  <a:pt x="31052" y="47809"/>
                  <a:pt x="32576" y="47537"/>
                  <a:pt x="34127" y="47319"/>
                </a:cubicBezTo>
                <a:cubicBezTo>
                  <a:pt x="36032" y="47047"/>
                  <a:pt x="37882" y="46775"/>
                  <a:pt x="39842" y="46585"/>
                </a:cubicBezTo>
                <a:cubicBezTo>
                  <a:pt x="41801" y="46394"/>
                  <a:pt x="43761" y="46231"/>
                  <a:pt x="45747" y="46149"/>
                </a:cubicBezTo>
                <a:cubicBezTo>
                  <a:pt x="46010" y="46135"/>
                  <a:pt x="46272" y="46128"/>
                  <a:pt x="46535" y="46128"/>
                </a:cubicBezTo>
                <a:cubicBezTo>
                  <a:pt x="47252" y="46128"/>
                  <a:pt x="47969" y="46178"/>
                  <a:pt x="48687" y="46258"/>
                </a:cubicBezTo>
                <a:cubicBezTo>
                  <a:pt x="50074" y="46340"/>
                  <a:pt x="51462" y="46530"/>
                  <a:pt x="52850" y="46830"/>
                </a:cubicBezTo>
                <a:cubicBezTo>
                  <a:pt x="54238" y="47211"/>
                  <a:pt x="55599" y="47728"/>
                  <a:pt x="56932" y="48299"/>
                </a:cubicBezTo>
                <a:cubicBezTo>
                  <a:pt x="58810" y="49116"/>
                  <a:pt x="60443" y="50367"/>
                  <a:pt x="61695" y="52000"/>
                </a:cubicBezTo>
                <a:cubicBezTo>
                  <a:pt x="62675" y="53170"/>
                  <a:pt x="63437" y="54477"/>
                  <a:pt x="64008" y="55865"/>
                </a:cubicBezTo>
                <a:cubicBezTo>
                  <a:pt x="64797" y="57851"/>
                  <a:pt x="65233" y="59947"/>
                  <a:pt x="65287" y="62042"/>
                </a:cubicBezTo>
                <a:cubicBezTo>
                  <a:pt x="65314" y="63240"/>
                  <a:pt x="65342" y="64437"/>
                  <a:pt x="65287" y="65635"/>
                </a:cubicBezTo>
                <a:cubicBezTo>
                  <a:pt x="65233" y="66886"/>
                  <a:pt x="65097" y="68138"/>
                  <a:pt x="64906" y="69363"/>
                </a:cubicBezTo>
                <a:cubicBezTo>
                  <a:pt x="64580" y="71077"/>
                  <a:pt x="64171" y="72765"/>
                  <a:pt x="63682" y="74425"/>
                </a:cubicBezTo>
                <a:cubicBezTo>
                  <a:pt x="63001" y="76629"/>
                  <a:pt x="62239" y="78834"/>
                  <a:pt x="61368" y="80983"/>
                </a:cubicBezTo>
                <a:cubicBezTo>
                  <a:pt x="60688" y="82752"/>
                  <a:pt x="59817" y="84467"/>
                  <a:pt x="58974" y="86181"/>
                </a:cubicBezTo>
                <a:cubicBezTo>
                  <a:pt x="58402" y="87379"/>
                  <a:pt x="57722" y="88549"/>
                  <a:pt x="57041" y="89719"/>
                </a:cubicBezTo>
                <a:cubicBezTo>
                  <a:pt x="56252" y="91053"/>
                  <a:pt x="55436" y="92386"/>
                  <a:pt x="54619" y="93693"/>
                </a:cubicBezTo>
                <a:cubicBezTo>
                  <a:pt x="54293" y="94237"/>
                  <a:pt x="53939" y="94754"/>
                  <a:pt x="53558" y="95271"/>
                </a:cubicBezTo>
                <a:cubicBezTo>
                  <a:pt x="52959" y="96115"/>
                  <a:pt x="52333" y="96931"/>
                  <a:pt x="51653" y="97856"/>
                </a:cubicBezTo>
                <a:lnTo>
                  <a:pt x="71628" y="104143"/>
                </a:lnTo>
                <a:cubicBezTo>
                  <a:pt x="71737" y="102401"/>
                  <a:pt x="71846" y="100687"/>
                  <a:pt x="71928" y="98999"/>
                </a:cubicBezTo>
                <a:cubicBezTo>
                  <a:pt x="72009" y="97639"/>
                  <a:pt x="72091" y="96278"/>
                  <a:pt x="72172" y="94917"/>
                </a:cubicBezTo>
                <a:cubicBezTo>
                  <a:pt x="72309" y="92658"/>
                  <a:pt x="72254" y="90400"/>
                  <a:pt x="72635" y="88168"/>
                </a:cubicBezTo>
                <a:cubicBezTo>
                  <a:pt x="72744" y="87270"/>
                  <a:pt x="72798" y="86372"/>
                  <a:pt x="72771" y="85474"/>
                </a:cubicBezTo>
                <a:cubicBezTo>
                  <a:pt x="72826" y="84195"/>
                  <a:pt x="72880" y="82943"/>
                  <a:pt x="72880" y="81691"/>
                </a:cubicBezTo>
                <a:cubicBezTo>
                  <a:pt x="72880" y="79160"/>
                  <a:pt x="72798" y="76656"/>
                  <a:pt x="72771" y="74153"/>
                </a:cubicBezTo>
                <a:cubicBezTo>
                  <a:pt x="72798" y="72710"/>
                  <a:pt x="72690" y="71268"/>
                  <a:pt x="72445" y="69853"/>
                </a:cubicBezTo>
                <a:cubicBezTo>
                  <a:pt x="72064" y="67948"/>
                  <a:pt x="71982" y="65961"/>
                  <a:pt x="71655" y="64029"/>
                </a:cubicBezTo>
                <a:cubicBezTo>
                  <a:pt x="71410" y="62151"/>
                  <a:pt x="70921" y="60328"/>
                  <a:pt x="70213" y="58586"/>
                </a:cubicBezTo>
                <a:cubicBezTo>
                  <a:pt x="69505" y="56953"/>
                  <a:pt x="69043" y="55212"/>
                  <a:pt x="67954" y="53769"/>
                </a:cubicBezTo>
                <a:cubicBezTo>
                  <a:pt x="67219" y="52817"/>
                  <a:pt x="66512" y="51810"/>
                  <a:pt x="65777" y="50857"/>
                </a:cubicBezTo>
                <a:cubicBezTo>
                  <a:pt x="64552" y="49279"/>
                  <a:pt x="63028" y="47945"/>
                  <a:pt x="61287" y="46993"/>
                </a:cubicBezTo>
                <a:cubicBezTo>
                  <a:pt x="59736" y="46122"/>
                  <a:pt x="58130" y="45387"/>
                  <a:pt x="56470" y="44761"/>
                </a:cubicBezTo>
                <a:cubicBezTo>
                  <a:pt x="53585" y="43700"/>
                  <a:pt x="50510" y="43264"/>
                  <a:pt x="47462" y="42938"/>
                </a:cubicBezTo>
                <a:cubicBezTo>
                  <a:pt x="45938" y="42775"/>
                  <a:pt x="44414" y="42666"/>
                  <a:pt x="42863" y="42584"/>
                </a:cubicBezTo>
                <a:cubicBezTo>
                  <a:pt x="40930" y="42475"/>
                  <a:pt x="38998" y="42421"/>
                  <a:pt x="37066" y="42339"/>
                </a:cubicBezTo>
                <a:cubicBezTo>
                  <a:pt x="36222" y="42285"/>
                  <a:pt x="35379" y="42258"/>
                  <a:pt x="34535" y="42203"/>
                </a:cubicBezTo>
                <a:cubicBezTo>
                  <a:pt x="32440" y="42094"/>
                  <a:pt x="30344" y="41985"/>
                  <a:pt x="28276" y="41849"/>
                </a:cubicBezTo>
                <a:cubicBezTo>
                  <a:pt x="26915" y="41740"/>
                  <a:pt x="25554" y="41659"/>
                  <a:pt x="24221" y="41468"/>
                </a:cubicBezTo>
                <a:cubicBezTo>
                  <a:pt x="22044" y="41169"/>
                  <a:pt x="19894" y="40652"/>
                  <a:pt x="17826" y="39917"/>
                </a:cubicBezTo>
                <a:cubicBezTo>
                  <a:pt x="15893" y="39237"/>
                  <a:pt x="14152" y="38094"/>
                  <a:pt x="12736" y="36597"/>
                </a:cubicBezTo>
                <a:cubicBezTo>
                  <a:pt x="11675" y="35427"/>
                  <a:pt x="10886" y="34012"/>
                  <a:pt x="10423" y="32488"/>
                </a:cubicBezTo>
                <a:cubicBezTo>
                  <a:pt x="10042" y="31072"/>
                  <a:pt x="9743" y="29603"/>
                  <a:pt x="9580" y="28133"/>
                </a:cubicBezTo>
                <a:cubicBezTo>
                  <a:pt x="9416" y="26963"/>
                  <a:pt x="9389" y="25738"/>
                  <a:pt x="9444" y="24541"/>
                </a:cubicBezTo>
                <a:cubicBezTo>
                  <a:pt x="9525" y="22772"/>
                  <a:pt x="9716" y="21030"/>
                  <a:pt x="9906" y="19261"/>
                </a:cubicBezTo>
                <a:cubicBezTo>
                  <a:pt x="10015" y="18173"/>
                  <a:pt x="10151" y="17084"/>
                  <a:pt x="10369" y="16023"/>
                </a:cubicBezTo>
                <a:cubicBezTo>
                  <a:pt x="10559" y="14853"/>
                  <a:pt x="10859" y="13683"/>
                  <a:pt x="11104" y="12485"/>
                </a:cubicBezTo>
                <a:cubicBezTo>
                  <a:pt x="11702" y="9628"/>
                  <a:pt x="12274" y="6743"/>
                  <a:pt x="12873" y="3885"/>
                </a:cubicBezTo>
                <a:cubicBezTo>
                  <a:pt x="13036" y="3015"/>
                  <a:pt x="13281" y="2171"/>
                  <a:pt x="13498" y="1327"/>
                </a:cubicBezTo>
                <a:cubicBezTo>
                  <a:pt x="12274" y="865"/>
                  <a:pt x="11158" y="429"/>
                  <a:pt x="9988" y="21"/>
                </a:cubicBezTo>
                <a:cubicBezTo>
                  <a:pt x="9932" y="7"/>
                  <a:pt x="9875" y="0"/>
                  <a:pt x="9820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0" name="Google Shape;32;p6"/>
          <p:cNvSpPr/>
          <p:nvPr/>
        </p:nvSpPr>
        <p:spPr>
          <a:xfrm rot="6720000" flipH="1">
            <a:off x="-1061640" y="640080"/>
            <a:ext cx="2017080" cy="808200"/>
          </a:xfrm>
          <a:custGeom>
            <a:avLst/>
            <a:gdLst>
              <a:gd name="textAreaLeft" fmla="*/ 360 w 2017080"/>
              <a:gd name="textAreaRight" fmla="*/ 2017800 w 2017080"/>
              <a:gd name="textAreaTop" fmla="*/ 0 h 808200"/>
              <a:gd name="textAreaBottom" fmla="*/ 808560 h 80820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1" name="Google Shape;33;p6"/>
          <p:cNvSpPr/>
          <p:nvPr/>
        </p:nvSpPr>
        <p:spPr>
          <a:xfrm flipH="1">
            <a:off x="7397280" y="4467960"/>
            <a:ext cx="1891440" cy="757440"/>
          </a:xfrm>
          <a:custGeom>
            <a:avLst/>
            <a:gdLst>
              <a:gd name="textAreaLeft" fmla="*/ 360 w 1891440"/>
              <a:gd name="textAreaRight" fmla="*/ 1892160 w 1891440"/>
              <a:gd name="textAreaTop" fmla="*/ 0 h 757440"/>
              <a:gd name="textAreaBottom" fmla="*/ 757800 h 75744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124000" y="1249200"/>
            <a:ext cx="489600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389960" y="1338480"/>
            <a:ext cx="5011200" cy="2466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7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body"/>
          </p:nvPr>
        </p:nvSpPr>
        <p:spPr>
          <a:xfrm>
            <a:off x="720000" y="1570680"/>
            <a:ext cx="4046760" cy="218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body"/>
          </p:nvPr>
        </p:nvSpPr>
        <p:spPr>
          <a:xfrm>
            <a:off x="720000" y="2269080"/>
            <a:ext cx="7703640" cy="60480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716760" y="51120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857240" y="876240"/>
            <a:ext cx="6314760" cy="2847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IN" sz="5400" b="1" u="none" strike="noStrike" dirty="0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Startup</a:t>
            </a:r>
            <a:br>
              <a:rPr lang="en-IN" sz="5400" b="1" u="none" strike="noStrike" dirty="0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</a:br>
            <a:r>
              <a:rPr lang="en-IN" sz="5400" b="1" u="none" strike="noStrike" dirty="0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Assignment</a:t>
            </a:r>
            <a:endParaRPr lang="fr-FR" sz="5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55;p28"/>
          <p:cNvSpPr/>
          <p:nvPr/>
        </p:nvSpPr>
        <p:spPr>
          <a:xfrm rot="20481600">
            <a:off x="6180840" y="-545760"/>
            <a:ext cx="3333960" cy="4627800"/>
          </a:xfrm>
          <a:custGeom>
            <a:avLst/>
            <a:gdLst>
              <a:gd name="textAreaLeft" fmla="*/ 0 w 3333960"/>
              <a:gd name="textAreaRight" fmla="*/ 3334320 w 3333960"/>
              <a:gd name="textAreaTop" fmla="*/ 0 h 4627800"/>
              <a:gd name="textAreaBottom" fmla="*/ 4628160 h 4627800"/>
            </a:gdLst>
            <a:ahLst/>
            <a:cxnLst/>
            <a:rect l="textAreaLeft" t="textAreaTop" r="textAreaRight" b="textAreaBottom"/>
            <a:pathLst>
              <a:path w="72881" h="104143">
                <a:moveTo>
                  <a:pt x="9820" y="0"/>
                </a:moveTo>
                <a:cubicBezTo>
                  <a:pt x="9659" y="0"/>
                  <a:pt x="9503" y="56"/>
                  <a:pt x="9362" y="157"/>
                </a:cubicBezTo>
                <a:cubicBezTo>
                  <a:pt x="9035" y="565"/>
                  <a:pt x="8709" y="973"/>
                  <a:pt x="8464" y="1436"/>
                </a:cubicBezTo>
                <a:cubicBezTo>
                  <a:pt x="7675" y="2742"/>
                  <a:pt x="6885" y="4049"/>
                  <a:pt x="6178" y="5409"/>
                </a:cubicBezTo>
                <a:cubicBezTo>
                  <a:pt x="5443" y="6770"/>
                  <a:pt x="4763" y="8158"/>
                  <a:pt x="4164" y="9600"/>
                </a:cubicBezTo>
                <a:cubicBezTo>
                  <a:pt x="3402" y="11424"/>
                  <a:pt x="2667" y="13247"/>
                  <a:pt x="2068" y="15125"/>
                </a:cubicBezTo>
                <a:cubicBezTo>
                  <a:pt x="1551" y="16594"/>
                  <a:pt x="1170" y="18118"/>
                  <a:pt x="898" y="19642"/>
                </a:cubicBezTo>
                <a:cubicBezTo>
                  <a:pt x="463" y="22037"/>
                  <a:pt x="163" y="24459"/>
                  <a:pt x="27" y="26909"/>
                </a:cubicBezTo>
                <a:cubicBezTo>
                  <a:pt x="0" y="28868"/>
                  <a:pt x="163" y="30855"/>
                  <a:pt x="490" y="32787"/>
                </a:cubicBezTo>
                <a:cubicBezTo>
                  <a:pt x="817" y="35046"/>
                  <a:pt x="1606" y="37223"/>
                  <a:pt x="2803" y="39182"/>
                </a:cubicBezTo>
                <a:cubicBezTo>
                  <a:pt x="3075" y="39645"/>
                  <a:pt x="3375" y="40108"/>
                  <a:pt x="3701" y="40570"/>
                </a:cubicBezTo>
                <a:cubicBezTo>
                  <a:pt x="4654" y="41822"/>
                  <a:pt x="5742" y="42965"/>
                  <a:pt x="6940" y="43999"/>
                </a:cubicBezTo>
                <a:cubicBezTo>
                  <a:pt x="8246" y="45006"/>
                  <a:pt x="9634" y="45850"/>
                  <a:pt x="11131" y="46530"/>
                </a:cubicBezTo>
                <a:cubicBezTo>
                  <a:pt x="14067" y="47838"/>
                  <a:pt x="17238" y="48518"/>
                  <a:pt x="20466" y="48518"/>
                </a:cubicBezTo>
                <a:cubicBezTo>
                  <a:pt x="20529" y="48518"/>
                  <a:pt x="20592" y="48517"/>
                  <a:pt x="20656" y="48517"/>
                </a:cubicBezTo>
                <a:cubicBezTo>
                  <a:pt x="22261" y="48517"/>
                  <a:pt x="23867" y="48462"/>
                  <a:pt x="25473" y="48381"/>
                </a:cubicBezTo>
                <a:cubicBezTo>
                  <a:pt x="26806" y="48326"/>
                  <a:pt x="28140" y="48190"/>
                  <a:pt x="29500" y="48027"/>
                </a:cubicBezTo>
                <a:cubicBezTo>
                  <a:pt x="31052" y="47809"/>
                  <a:pt x="32576" y="47537"/>
                  <a:pt x="34127" y="47319"/>
                </a:cubicBezTo>
                <a:cubicBezTo>
                  <a:pt x="36032" y="47047"/>
                  <a:pt x="37882" y="46775"/>
                  <a:pt x="39842" y="46585"/>
                </a:cubicBezTo>
                <a:cubicBezTo>
                  <a:pt x="41801" y="46394"/>
                  <a:pt x="43761" y="46231"/>
                  <a:pt x="45747" y="46149"/>
                </a:cubicBezTo>
                <a:cubicBezTo>
                  <a:pt x="46010" y="46135"/>
                  <a:pt x="46272" y="46128"/>
                  <a:pt x="46535" y="46128"/>
                </a:cubicBezTo>
                <a:cubicBezTo>
                  <a:pt x="47252" y="46128"/>
                  <a:pt x="47969" y="46178"/>
                  <a:pt x="48687" y="46258"/>
                </a:cubicBezTo>
                <a:cubicBezTo>
                  <a:pt x="50074" y="46340"/>
                  <a:pt x="51462" y="46530"/>
                  <a:pt x="52850" y="46830"/>
                </a:cubicBezTo>
                <a:cubicBezTo>
                  <a:pt x="54238" y="47211"/>
                  <a:pt x="55599" y="47728"/>
                  <a:pt x="56932" y="48299"/>
                </a:cubicBezTo>
                <a:cubicBezTo>
                  <a:pt x="58810" y="49116"/>
                  <a:pt x="60443" y="50367"/>
                  <a:pt x="61695" y="52000"/>
                </a:cubicBezTo>
                <a:cubicBezTo>
                  <a:pt x="62675" y="53170"/>
                  <a:pt x="63437" y="54477"/>
                  <a:pt x="64008" y="55865"/>
                </a:cubicBezTo>
                <a:cubicBezTo>
                  <a:pt x="64797" y="57851"/>
                  <a:pt x="65233" y="59947"/>
                  <a:pt x="65287" y="62042"/>
                </a:cubicBezTo>
                <a:cubicBezTo>
                  <a:pt x="65314" y="63240"/>
                  <a:pt x="65342" y="64437"/>
                  <a:pt x="65287" y="65635"/>
                </a:cubicBezTo>
                <a:cubicBezTo>
                  <a:pt x="65233" y="66886"/>
                  <a:pt x="65097" y="68138"/>
                  <a:pt x="64906" y="69363"/>
                </a:cubicBezTo>
                <a:cubicBezTo>
                  <a:pt x="64580" y="71077"/>
                  <a:pt x="64171" y="72765"/>
                  <a:pt x="63682" y="74425"/>
                </a:cubicBezTo>
                <a:cubicBezTo>
                  <a:pt x="63001" y="76629"/>
                  <a:pt x="62239" y="78834"/>
                  <a:pt x="61368" y="80983"/>
                </a:cubicBezTo>
                <a:cubicBezTo>
                  <a:pt x="60688" y="82752"/>
                  <a:pt x="59817" y="84467"/>
                  <a:pt x="58974" y="86181"/>
                </a:cubicBezTo>
                <a:cubicBezTo>
                  <a:pt x="58402" y="87379"/>
                  <a:pt x="57722" y="88549"/>
                  <a:pt x="57041" y="89719"/>
                </a:cubicBezTo>
                <a:cubicBezTo>
                  <a:pt x="56252" y="91053"/>
                  <a:pt x="55436" y="92386"/>
                  <a:pt x="54619" y="93693"/>
                </a:cubicBezTo>
                <a:cubicBezTo>
                  <a:pt x="54293" y="94237"/>
                  <a:pt x="53939" y="94754"/>
                  <a:pt x="53558" y="95271"/>
                </a:cubicBezTo>
                <a:cubicBezTo>
                  <a:pt x="52959" y="96115"/>
                  <a:pt x="52333" y="96931"/>
                  <a:pt x="51653" y="97856"/>
                </a:cubicBezTo>
                <a:lnTo>
                  <a:pt x="71628" y="104143"/>
                </a:lnTo>
                <a:cubicBezTo>
                  <a:pt x="71737" y="102401"/>
                  <a:pt x="71846" y="100687"/>
                  <a:pt x="71928" y="98999"/>
                </a:cubicBezTo>
                <a:cubicBezTo>
                  <a:pt x="72009" y="97639"/>
                  <a:pt x="72091" y="96278"/>
                  <a:pt x="72172" y="94917"/>
                </a:cubicBezTo>
                <a:cubicBezTo>
                  <a:pt x="72309" y="92658"/>
                  <a:pt x="72254" y="90400"/>
                  <a:pt x="72635" y="88168"/>
                </a:cubicBezTo>
                <a:cubicBezTo>
                  <a:pt x="72744" y="87270"/>
                  <a:pt x="72798" y="86372"/>
                  <a:pt x="72771" y="85474"/>
                </a:cubicBezTo>
                <a:cubicBezTo>
                  <a:pt x="72826" y="84195"/>
                  <a:pt x="72880" y="82943"/>
                  <a:pt x="72880" y="81691"/>
                </a:cubicBezTo>
                <a:cubicBezTo>
                  <a:pt x="72880" y="79160"/>
                  <a:pt x="72798" y="76656"/>
                  <a:pt x="72771" y="74153"/>
                </a:cubicBezTo>
                <a:cubicBezTo>
                  <a:pt x="72798" y="72710"/>
                  <a:pt x="72690" y="71268"/>
                  <a:pt x="72445" y="69853"/>
                </a:cubicBezTo>
                <a:cubicBezTo>
                  <a:pt x="72064" y="67948"/>
                  <a:pt x="71982" y="65961"/>
                  <a:pt x="71655" y="64029"/>
                </a:cubicBezTo>
                <a:cubicBezTo>
                  <a:pt x="71410" y="62151"/>
                  <a:pt x="70921" y="60328"/>
                  <a:pt x="70213" y="58586"/>
                </a:cubicBezTo>
                <a:cubicBezTo>
                  <a:pt x="69505" y="56953"/>
                  <a:pt x="69043" y="55212"/>
                  <a:pt x="67954" y="53769"/>
                </a:cubicBezTo>
                <a:cubicBezTo>
                  <a:pt x="67219" y="52817"/>
                  <a:pt x="66512" y="51810"/>
                  <a:pt x="65777" y="50857"/>
                </a:cubicBezTo>
                <a:cubicBezTo>
                  <a:pt x="64552" y="49279"/>
                  <a:pt x="63028" y="47945"/>
                  <a:pt x="61287" y="46993"/>
                </a:cubicBezTo>
                <a:cubicBezTo>
                  <a:pt x="59736" y="46122"/>
                  <a:pt x="58130" y="45387"/>
                  <a:pt x="56470" y="44761"/>
                </a:cubicBezTo>
                <a:cubicBezTo>
                  <a:pt x="53585" y="43700"/>
                  <a:pt x="50510" y="43264"/>
                  <a:pt x="47462" y="42938"/>
                </a:cubicBezTo>
                <a:cubicBezTo>
                  <a:pt x="45938" y="42775"/>
                  <a:pt x="44414" y="42666"/>
                  <a:pt x="42863" y="42584"/>
                </a:cubicBezTo>
                <a:cubicBezTo>
                  <a:pt x="40930" y="42475"/>
                  <a:pt x="38998" y="42421"/>
                  <a:pt x="37066" y="42339"/>
                </a:cubicBezTo>
                <a:cubicBezTo>
                  <a:pt x="36222" y="42285"/>
                  <a:pt x="35379" y="42258"/>
                  <a:pt x="34535" y="42203"/>
                </a:cubicBezTo>
                <a:cubicBezTo>
                  <a:pt x="32440" y="42094"/>
                  <a:pt x="30344" y="41985"/>
                  <a:pt x="28276" y="41849"/>
                </a:cubicBezTo>
                <a:cubicBezTo>
                  <a:pt x="26915" y="41740"/>
                  <a:pt x="25554" y="41659"/>
                  <a:pt x="24221" y="41468"/>
                </a:cubicBezTo>
                <a:cubicBezTo>
                  <a:pt x="22044" y="41169"/>
                  <a:pt x="19894" y="40652"/>
                  <a:pt x="17826" y="39917"/>
                </a:cubicBezTo>
                <a:cubicBezTo>
                  <a:pt x="15893" y="39237"/>
                  <a:pt x="14152" y="38094"/>
                  <a:pt x="12736" y="36597"/>
                </a:cubicBezTo>
                <a:cubicBezTo>
                  <a:pt x="11675" y="35427"/>
                  <a:pt x="10886" y="34012"/>
                  <a:pt x="10423" y="32488"/>
                </a:cubicBezTo>
                <a:cubicBezTo>
                  <a:pt x="10042" y="31072"/>
                  <a:pt x="9743" y="29603"/>
                  <a:pt x="9580" y="28133"/>
                </a:cubicBezTo>
                <a:cubicBezTo>
                  <a:pt x="9416" y="26963"/>
                  <a:pt x="9389" y="25738"/>
                  <a:pt x="9444" y="24541"/>
                </a:cubicBezTo>
                <a:cubicBezTo>
                  <a:pt x="9525" y="22772"/>
                  <a:pt x="9716" y="21030"/>
                  <a:pt x="9906" y="19261"/>
                </a:cubicBezTo>
                <a:cubicBezTo>
                  <a:pt x="10015" y="18173"/>
                  <a:pt x="10151" y="17084"/>
                  <a:pt x="10369" y="16023"/>
                </a:cubicBezTo>
                <a:cubicBezTo>
                  <a:pt x="10559" y="14853"/>
                  <a:pt x="10859" y="13683"/>
                  <a:pt x="11104" y="12485"/>
                </a:cubicBezTo>
                <a:cubicBezTo>
                  <a:pt x="11702" y="9628"/>
                  <a:pt x="12274" y="6743"/>
                  <a:pt x="12873" y="3885"/>
                </a:cubicBezTo>
                <a:cubicBezTo>
                  <a:pt x="13036" y="3015"/>
                  <a:pt x="13281" y="2171"/>
                  <a:pt x="13498" y="1327"/>
                </a:cubicBezTo>
                <a:cubicBezTo>
                  <a:pt x="12274" y="865"/>
                  <a:pt x="11158" y="429"/>
                  <a:pt x="9988" y="21"/>
                </a:cubicBezTo>
                <a:cubicBezTo>
                  <a:pt x="9932" y="7"/>
                  <a:pt x="9875" y="0"/>
                  <a:pt x="9820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1" name="Google Shape;156;p28"/>
          <p:cNvSpPr/>
          <p:nvPr/>
        </p:nvSpPr>
        <p:spPr>
          <a:xfrm rot="6300000" flipH="1">
            <a:off x="-2565720" y="1638360"/>
            <a:ext cx="5370840" cy="2151000"/>
          </a:xfrm>
          <a:custGeom>
            <a:avLst/>
            <a:gdLst>
              <a:gd name="textAreaLeft" fmla="*/ -360 w 5370840"/>
              <a:gd name="textAreaRight" fmla="*/ 5370840 w 5370840"/>
              <a:gd name="textAreaTop" fmla="*/ 0 h 2151000"/>
              <a:gd name="textAreaBottom" fmla="*/ 2151360 h 215100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2" name="Google Shape;157;p28"/>
          <p:cNvSpPr/>
          <p:nvPr/>
        </p:nvSpPr>
        <p:spPr>
          <a:xfrm flipH="1">
            <a:off x="6220800" y="3717360"/>
            <a:ext cx="3750480" cy="1502280"/>
          </a:xfrm>
          <a:custGeom>
            <a:avLst/>
            <a:gdLst>
              <a:gd name="textAreaLeft" fmla="*/ 360 w 3750480"/>
              <a:gd name="textAreaRight" fmla="*/ 3751200 w 3750480"/>
              <a:gd name="textAreaTop" fmla="*/ 0 h 1502280"/>
              <a:gd name="textAreaBottom" fmla="*/ 1502640 h 150228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E72B00-D61C-1D7C-C01B-B36E63A2B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420" y="3433836"/>
            <a:ext cx="6311160" cy="1666847"/>
          </a:xfrm>
        </p:spPr>
        <p:txBody>
          <a:bodyPr/>
          <a:lstStyle/>
          <a:p>
            <a:r>
              <a:rPr lang="en-US" sz="1600" dirty="0"/>
              <a:t>Mekala Rohith Yadav – S20220010136</a:t>
            </a:r>
            <a:br>
              <a:rPr lang="en-US" sz="1600" dirty="0"/>
            </a:br>
            <a:r>
              <a:rPr lang="en-US" sz="1600" dirty="0"/>
              <a:t>Mudavath Shashank Chauhan – S20220010142</a:t>
            </a:r>
            <a:br>
              <a:rPr lang="en-US" sz="1600" dirty="0"/>
            </a:br>
            <a:r>
              <a:rPr lang="en-US" sz="1600" dirty="0" err="1"/>
              <a:t>Doddipatla</a:t>
            </a:r>
            <a:r>
              <a:rPr lang="en-US" sz="1600" dirty="0"/>
              <a:t> </a:t>
            </a:r>
            <a:r>
              <a:rPr lang="en-US" sz="1600" dirty="0" err="1"/>
              <a:t>Rushikeswar</a:t>
            </a:r>
            <a:r>
              <a:rPr lang="en-US" sz="1600" dirty="0"/>
              <a:t> – S20220010063</a:t>
            </a:r>
            <a:endParaRPr lang="en-IN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/>
          <p:cNvSpPr/>
          <p:nvPr/>
        </p:nvSpPr>
        <p:spPr>
          <a:xfrm>
            <a:off x="952919" y="662133"/>
            <a:ext cx="3916447" cy="10551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9999"/>
          </a:bodyPr>
          <a:lstStyle/>
          <a:p>
            <a:pPr>
              <a:tabLst>
                <a:tab pos="0" algn="l"/>
              </a:tabLst>
            </a:pPr>
            <a:r>
              <a:rPr lang="en-IN" sz="2800" b="1" dirty="0"/>
              <a:t>Startup Idea</a:t>
            </a:r>
            <a:endParaRPr lang="en-US" sz="28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952920" y="1927422"/>
            <a:ext cx="662333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platform for students to access expensive equipment temporarily.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Solves affordability and availability issues.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4D9BD-088A-5478-93B2-CFAA6A294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5654679F-FCFB-0D7E-B328-77C03D2AD72B}"/>
              </a:ext>
            </a:extLst>
          </p:cNvPr>
          <p:cNvSpPr/>
          <p:nvPr/>
        </p:nvSpPr>
        <p:spPr>
          <a:xfrm>
            <a:off x="952919" y="662133"/>
            <a:ext cx="3916447" cy="10551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9999"/>
          </a:bodyPr>
          <a:lstStyle/>
          <a:p>
            <a:pPr>
              <a:tabLst>
                <a:tab pos="0" algn="l"/>
              </a:tabLst>
            </a:pPr>
            <a:r>
              <a:rPr lang="en-IN" sz="2800" b="1" dirty="0"/>
              <a:t>Problem Statement</a:t>
            </a:r>
            <a:endParaRPr lang="en-US" sz="28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D1938DA-D9FE-78DC-4D78-C1162A0F47D1}"/>
              </a:ext>
            </a:extLst>
          </p:cNvPr>
          <p:cNvSpPr/>
          <p:nvPr/>
        </p:nvSpPr>
        <p:spPr>
          <a:xfrm>
            <a:off x="952920" y="1927422"/>
            <a:ext cx="662333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 cost of gadgets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Limited lab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Unreliable borrowing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Underutilized resources</a:t>
            </a:r>
          </a:p>
        </p:txBody>
      </p:sp>
    </p:spTree>
    <p:extLst>
      <p:ext uri="{BB962C8B-B14F-4D97-AF65-F5344CB8AC3E}">
        <p14:creationId xmlns:p14="http://schemas.microsoft.com/office/powerpoint/2010/main" val="1916685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/>
          <p:cNvSpPr/>
          <p:nvPr/>
        </p:nvSpPr>
        <p:spPr>
          <a:xfrm>
            <a:off x="810817" y="885158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IN" sz="3200" b="1" dirty="0"/>
              <a:t>Magic Triangle - Customer</a:t>
            </a:r>
            <a:endParaRPr lang="en-US" sz="32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877724" y="1925183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College students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Hackathon participants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Freelancers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Researchers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507A9-A6D8-CA5F-88E0-33E2E07E8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>
            <a:extLst>
              <a:ext uri="{FF2B5EF4-FFF2-40B4-BE49-F238E27FC236}">
                <a16:creationId xmlns:a16="http://schemas.microsoft.com/office/drawing/2014/main" id="{5620F3A5-CA3B-D988-D2B9-F9807D5A4019}"/>
              </a:ext>
            </a:extLst>
          </p:cNvPr>
          <p:cNvSpPr/>
          <p:nvPr/>
        </p:nvSpPr>
        <p:spPr>
          <a:xfrm>
            <a:off x="810817" y="885158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IN" sz="3200" b="1" dirty="0"/>
              <a:t>Magic Triangle - Problem</a:t>
            </a:r>
            <a:endParaRPr lang="en-US" sz="32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258DE7B-4E4E-590B-5638-8C9769A0E8BF}"/>
              </a:ext>
            </a:extLst>
          </p:cNvPr>
          <p:cNvSpPr/>
          <p:nvPr/>
        </p:nvSpPr>
        <p:spPr>
          <a:xfrm>
            <a:off x="877724" y="1925183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Cannot afford equipment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Limited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 trusted system</a:t>
            </a:r>
          </a:p>
        </p:txBody>
      </p:sp>
    </p:spTree>
    <p:extLst>
      <p:ext uri="{BB962C8B-B14F-4D97-AF65-F5344CB8AC3E}">
        <p14:creationId xmlns:p14="http://schemas.microsoft.com/office/powerpoint/2010/main" val="2683240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599E9-1920-DC7F-1838-7E28A161A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>
            <a:extLst>
              <a:ext uri="{FF2B5EF4-FFF2-40B4-BE49-F238E27FC236}">
                <a16:creationId xmlns:a16="http://schemas.microsoft.com/office/drawing/2014/main" id="{419418EF-CDFD-368C-E466-2B825769E74F}"/>
              </a:ext>
            </a:extLst>
          </p:cNvPr>
          <p:cNvSpPr/>
          <p:nvPr/>
        </p:nvSpPr>
        <p:spPr>
          <a:xfrm>
            <a:off x="810817" y="885158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IN" sz="3200" b="1" dirty="0"/>
              <a:t>Magic Triangle - Solution</a:t>
            </a:r>
            <a:endParaRPr lang="en-US" sz="32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C78AC44-3932-FC44-E941-86D26A39053D}"/>
              </a:ext>
            </a:extLst>
          </p:cNvPr>
          <p:cNvSpPr/>
          <p:nvPr/>
        </p:nvSpPr>
        <p:spPr>
          <a:xfrm>
            <a:off x="877724" y="1925183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Online rental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Time-based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Secure booking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Community sharing</a:t>
            </a:r>
          </a:p>
        </p:txBody>
      </p:sp>
    </p:spTree>
    <p:extLst>
      <p:ext uri="{BB962C8B-B14F-4D97-AF65-F5344CB8AC3E}">
        <p14:creationId xmlns:p14="http://schemas.microsoft.com/office/powerpoint/2010/main" val="1474557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/>
          <p:cNvSpPr/>
          <p:nvPr/>
        </p:nvSpPr>
        <p:spPr>
          <a:xfrm>
            <a:off x="840553" y="587792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IN" sz="3200" b="1" dirty="0"/>
              <a:t>User Interview Questionnaire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476460" y="1636636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342900" indent="-342900">
              <a:buAutoNum type="arabicPeriod"/>
            </a:pPr>
            <a:r>
              <a:rPr lang="en-US" sz="1600" b="1" dirty="0"/>
              <a:t>Have you ever needed expensive equipment for short-term use?</a:t>
            </a:r>
          </a:p>
          <a:p>
            <a:r>
              <a:rPr lang="en-US" sz="1600" dirty="0"/>
              <a:t>Yes, I needed a DSLR camera for a hackathon.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r>
              <a:rPr lang="en-US" sz="1600" b="1" dirty="0"/>
              <a:t>2. Have you faced problems in getting equipment?</a:t>
            </a:r>
            <a:br>
              <a:rPr lang="en-US" sz="1600" dirty="0"/>
            </a:br>
            <a:r>
              <a:rPr lang="en-US" sz="1600" dirty="0"/>
              <a:t>Yes, the equipment was already booked in the lab.</a:t>
            </a:r>
          </a:p>
          <a:p>
            <a:endParaRPr lang="en-US" sz="1600" dirty="0"/>
          </a:p>
          <a:p>
            <a:r>
              <a:rPr lang="en-US" sz="1600" b="1" dirty="0"/>
              <a:t>3. What difficulties do you face (cost, availability, trust)?</a:t>
            </a:r>
            <a:br>
              <a:rPr lang="en-US" sz="1600" dirty="0"/>
            </a:br>
            <a:r>
              <a:rPr lang="en-US" sz="1600" dirty="0"/>
              <a:t>High cost and limited availability are the main issues.</a:t>
            </a:r>
          </a:p>
          <a:p>
            <a:endParaRPr lang="en-US" sz="1600" dirty="0"/>
          </a:p>
          <a:p>
            <a:r>
              <a:rPr lang="en-US" sz="1600" b="1" dirty="0"/>
              <a:t>4. Would you use an online rental platform?</a:t>
            </a:r>
            <a:br>
              <a:rPr lang="en-US" sz="1600" dirty="0"/>
            </a:br>
            <a:r>
              <a:rPr lang="en-US" sz="1600" dirty="0"/>
              <a:t>Yes, if it is affordable and verified.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40F9F-9D56-252B-4A29-ADDC1CC5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>
            <a:extLst>
              <a:ext uri="{FF2B5EF4-FFF2-40B4-BE49-F238E27FC236}">
                <a16:creationId xmlns:a16="http://schemas.microsoft.com/office/drawing/2014/main" id="{C97A4F93-0D1E-2666-DA07-992E0DA13AE9}"/>
              </a:ext>
            </a:extLst>
          </p:cNvPr>
          <p:cNvSpPr/>
          <p:nvPr/>
        </p:nvSpPr>
        <p:spPr>
          <a:xfrm>
            <a:off x="840553" y="587792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IN" sz="3200" b="1" dirty="0"/>
              <a:t>User Interview Questionnaire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84DFDAA4-F002-CFD5-FE11-7CEB2561EB98}"/>
              </a:ext>
            </a:extLst>
          </p:cNvPr>
          <p:cNvSpPr/>
          <p:nvPr/>
        </p:nvSpPr>
        <p:spPr>
          <a:xfrm>
            <a:off x="744089" y="1489077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342900" indent="-342900">
              <a:buAutoNum type="arabicPeriod"/>
            </a:pPr>
            <a:r>
              <a:rPr lang="en-US" sz="1600" b="1" dirty="0"/>
              <a:t>Have you ever needed expensive equipment for short-term use?</a:t>
            </a:r>
          </a:p>
          <a:p>
            <a:r>
              <a:rPr lang="en-US" sz="1600" dirty="0"/>
              <a:t>Yes, I needed a 3D printer for my semester project.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r>
              <a:rPr lang="en-US" sz="1600" b="1" dirty="0"/>
              <a:t>2. Have you faced problems in getting equipment?</a:t>
            </a:r>
            <a:br>
              <a:rPr lang="en-US" sz="1600" dirty="0"/>
            </a:br>
            <a:r>
              <a:rPr lang="en-US" sz="1600" dirty="0"/>
              <a:t>Yes, lab timings were very restricted.</a:t>
            </a:r>
          </a:p>
          <a:p>
            <a:endParaRPr lang="en-US" sz="1600" dirty="0"/>
          </a:p>
          <a:p>
            <a:r>
              <a:rPr lang="en-US" sz="1600" b="1" dirty="0"/>
              <a:t>3. What difficulties do you face (cost, availability, trust)?</a:t>
            </a:r>
            <a:br>
              <a:rPr lang="en-US" sz="1600" dirty="0"/>
            </a:br>
            <a:r>
              <a:rPr lang="en-US" sz="1600" dirty="0"/>
              <a:t>Availability is the main issue, especially during peak project time.</a:t>
            </a:r>
          </a:p>
          <a:p>
            <a:endParaRPr lang="en-US" sz="1600" dirty="0"/>
          </a:p>
          <a:p>
            <a:r>
              <a:rPr lang="en-US" sz="1600" b="1" dirty="0"/>
              <a:t>4. Would you use an online rental platform?</a:t>
            </a:r>
            <a:br>
              <a:rPr lang="en-US" sz="1600" dirty="0"/>
            </a:br>
            <a:r>
              <a:rPr lang="en-US" sz="1600" dirty="0"/>
              <a:t>Yes, if it offers secure payments and proper verification.</a:t>
            </a:r>
          </a:p>
        </p:txBody>
      </p:sp>
    </p:spTree>
    <p:extLst>
      <p:ext uri="{BB962C8B-B14F-4D97-AF65-F5344CB8AC3E}">
        <p14:creationId xmlns:p14="http://schemas.microsoft.com/office/powerpoint/2010/main" val="2814132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FB4B1-31AD-BE39-C6BB-B429EAB76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>
            <a:extLst>
              <a:ext uri="{FF2B5EF4-FFF2-40B4-BE49-F238E27FC236}">
                <a16:creationId xmlns:a16="http://schemas.microsoft.com/office/drawing/2014/main" id="{906CBC80-F94F-F910-6315-198B58BD5A3C}"/>
              </a:ext>
            </a:extLst>
          </p:cNvPr>
          <p:cNvSpPr/>
          <p:nvPr/>
        </p:nvSpPr>
        <p:spPr>
          <a:xfrm>
            <a:off x="840553" y="587792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IN" sz="3200" b="1" dirty="0"/>
              <a:t>User Interview Questionnaire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1D214FC7-8521-3F0E-2E2C-679206D6D34E}"/>
              </a:ext>
            </a:extLst>
          </p:cNvPr>
          <p:cNvSpPr/>
          <p:nvPr/>
        </p:nvSpPr>
        <p:spPr>
          <a:xfrm>
            <a:off x="476460" y="1539992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342900" indent="-342900">
              <a:buAutoNum type="arabicPeriod"/>
            </a:pPr>
            <a:r>
              <a:rPr lang="en-US" sz="1400" b="1" dirty="0"/>
              <a:t>Have you ever needed expensive equipment for short-term use?</a:t>
            </a:r>
          </a:p>
          <a:p>
            <a:r>
              <a:rPr lang="en-US" sz="1400" dirty="0"/>
              <a:t>Yes, I required an Arduino kit for a competition.</a:t>
            </a:r>
          </a:p>
          <a:p>
            <a:pPr marL="342900" indent="-342900">
              <a:buAutoNum type="arabicPeriod"/>
            </a:pPr>
            <a:endParaRPr lang="en-US" sz="1400" dirty="0"/>
          </a:p>
          <a:p>
            <a:r>
              <a:rPr lang="en-US" sz="1400" b="1" dirty="0"/>
              <a:t>2. Have you faced problems in getting equipment?</a:t>
            </a:r>
            <a:br>
              <a:rPr lang="en-US" sz="1400" dirty="0"/>
            </a:br>
            <a:r>
              <a:rPr lang="en-US" sz="1400" dirty="0"/>
              <a:t>Yes, I couldn’t find anyone willing to lend it.</a:t>
            </a:r>
          </a:p>
          <a:p>
            <a:endParaRPr lang="en-US" sz="1400" dirty="0"/>
          </a:p>
          <a:p>
            <a:r>
              <a:rPr lang="en-US" sz="1400" b="1" dirty="0"/>
              <a:t>3. What difficulties do you face (cost, availability, trust)?</a:t>
            </a:r>
            <a:br>
              <a:rPr lang="en-US" sz="1400" dirty="0"/>
            </a:br>
            <a:r>
              <a:rPr lang="en-US" sz="1400" dirty="0"/>
              <a:t>Trust issues while borrowing from others.</a:t>
            </a:r>
          </a:p>
          <a:p>
            <a:endParaRPr lang="en-US" sz="1400" dirty="0"/>
          </a:p>
          <a:p>
            <a:r>
              <a:rPr lang="en-US" sz="1400" b="1" dirty="0"/>
              <a:t>4. Would you use an online rental platform?</a:t>
            </a:r>
            <a:br>
              <a:rPr lang="en-US" sz="1400" dirty="0"/>
            </a:br>
            <a:r>
              <a:rPr lang="en-US" sz="1400" dirty="0"/>
              <a:t>Yes, especially if it has ratings and reviews.</a:t>
            </a:r>
          </a:p>
        </p:txBody>
      </p:sp>
    </p:spTree>
    <p:extLst>
      <p:ext uri="{BB962C8B-B14F-4D97-AF65-F5344CB8AC3E}">
        <p14:creationId xmlns:p14="http://schemas.microsoft.com/office/powerpoint/2010/main" val="3450700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FD7AA-559E-20C4-460E-CB8262C6A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>
            <a:extLst>
              <a:ext uri="{FF2B5EF4-FFF2-40B4-BE49-F238E27FC236}">
                <a16:creationId xmlns:a16="http://schemas.microsoft.com/office/drawing/2014/main" id="{440D9B94-BFBC-11F1-4B1F-AAFC9EF393CD}"/>
              </a:ext>
            </a:extLst>
          </p:cNvPr>
          <p:cNvSpPr/>
          <p:nvPr/>
        </p:nvSpPr>
        <p:spPr>
          <a:xfrm>
            <a:off x="840553" y="587792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IN" sz="3200" b="1" dirty="0"/>
              <a:t>User Interview Questionnaire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1AEE253A-DB31-1BD7-B39E-4254E0677FD7}"/>
              </a:ext>
            </a:extLst>
          </p:cNvPr>
          <p:cNvSpPr/>
          <p:nvPr/>
        </p:nvSpPr>
        <p:spPr>
          <a:xfrm>
            <a:off x="669747" y="1539992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marL="342900" indent="-342900">
              <a:buAutoNum type="arabicPeriod"/>
            </a:pPr>
            <a:r>
              <a:rPr lang="en-US" sz="1600" b="1" dirty="0"/>
              <a:t>Have you ever needed expensive equipment for short-term use?</a:t>
            </a:r>
          </a:p>
          <a:p>
            <a:r>
              <a:rPr lang="en-US" sz="1600" dirty="0"/>
              <a:t>No, but I may need it for future projects.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r>
              <a:rPr lang="en-US" sz="1600" b="1" dirty="0"/>
              <a:t>2. Have you faced problems in getting equipment?</a:t>
            </a:r>
            <a:br>
              <a:rPr lang="en-US" sz="1600" dirty="0"/>
            </a:br>
            <a:r>
              <a:rPr lang="en-US" sz="1600" dirty="0"/>
              <a:t>Yes, rental shops near campus are expensive.</a:t>
            </a:r>
          </a:p>
          <a:p>
            <a:endParaRPr lang="en-US" sz="1600" dirty="0"/>
          </a:p>
          <a:p>
            <a:r>
              <a:rPr lang="en-US" sz="1600" b="1" dirty="0"/>
              <a:t>3. What difficulties do you face (cost, availability, trust)?</a:t>
            </a:r>
            <a:br>
              <a:rPr lang="en-US" sz="1600" dirty="0"/>
            </a:br>
            <a:r>
              <a:rPr lang="en-US" sz="1600" dirty="0"/>
              <a:t>High rental cost is the biggest problem.</a:t>
            </a:r>
          </a:p>
          <a:p>
            <a:endParaRPr lang="en-US" sz="1600" dirty="0"/>
          </a:p>
          <a:p>
            <a:r>
              <a:rPr lang="en-US" sz="1600" b="1" dirty="0"/>
              <a:t>4. Would you use an online rental platform?</a:t>
            </a:r>
            <a:br>
              <a:rPr lang="en-US" sz="1600" dirty="0"/>
            </a:br>
            <a:r>
              <a:rPr lang="en-US" sz="1600" dirty="0"/>
              <a:t>Yes, if the prices are affordable for students.</a:t>
            </a:r>
          </a:p>
        </p:txBody>
      </p:sp>
    </p:spTree>
    <p:extLst>
      <p:ext uri="{BB962C8B-B14F-4D97-AF65-F5344CB8AC3E}">
        <p14:creationId xmlns:p14="http://schemas.microsoft.com/office/powerpoint/2010/main" val="3348620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13890-959B-3E53-A099-6FC4884D6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>
            <a:extLst>
              <a:ext uri="{FF2B5EF4-FFF2-40B4-BE49-F238E27FC236}">
                <a16:creationId xmlns:a16="http://schemas.microsoft.com/office/drawing/2014/main" id="{F956A1E3-F5A0-9003-DE78-D865728CEA43}"/>
              </a:ext>
            </a:extLst>
          </p:cNvPr>
          <p:cNvSpPr/>
          <p:nvPr/>
        </p:nvSpPr>
        <p:spPr>
          <a:xfrm>
            <a:off x="840553" y="587792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IN" sz="3200" b="1" dirty="0"/>
              <a:t>User Interview Questionnaire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65E12EBF-A39C-E053-B267-8FB93AA1A1B4}"/>
              </a:ext>
            </a:extLst>
          </p:cNvPr>
          <p:cNvSpPr/>
          <p:nvPr/>
        </p:nvSpPr>
        <p:spPr>
          <a:xfrm>
            <a:off x="669747" y="1539992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marL="342900" indent="-342900">
              <a:buAutoNum type="arabicPeriod"/>
            </a:pPr>
            <a:r>
              <a:rPr lang="en-US" sz="1600" b="1" dirty="0"/>
              <a:t>Have you ever needed expensive equipment for short-term use?</a:t>
            </a:r>
          </a:p>
          <a:p>
            <a:r>
              <a:rPr lang="en-US" sz="1600" dirty="0"/>
              <a:t>No, but I may need it for future projects.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r>
              <a:rPr lang="en-US" sz="1600" b="1" dirty="0"/>
              <a:t>2. Have you faced problems in getting equipment?</a:t>
            </a:r>
            <a:br>
              <a:rPr lang="en-US" sz="1600" dirty="0"/>
            </a:br>
            <a:r>
              <a:rPr lang="en-US" sz="1600" dirty="0"/>
              <a:t>Yes, rental shops near campus are expensive.</a:t>
            </a:r>
          </a:p>
          <a:p>
            <a:endParaRPr lang="en-US" sz="1600" dirty="0"/>
          </a:p>
          <a:p>
            <a:r>
              <a:rPr lang="en-US" sz="1600" b="1" dirty="0"/>
              <a:t>3. What difficulties do you face (cost, availability, trust)?</a:t>
            </a:r>
            <a:br>
              <a:rPr lang="en-US" sz="1600" dirty="0"/>
            </a:br>
            <a:r>
              <a:rPr lang="en-US" sz="1600" dirty="0"/>
              <a:t>High rental cost is the biggest problem.</a:t>
            </a:r>
          </a:p>
          <a:p>
            <a:endParaRPr lang="en-US" sz="1600" dirty="0"/>
          </a:p>
          <a:p>
            <a:r>
              <a:rPr lang="en-US" sz="1600" b="1" dirty="0"/>
              <a:t>4. Would you use an online rental platform?</a:t>
            </a:r>
            <a:br>
              <a:rPr lang="en-US" sz="1600" dirty="0"/>
            </a:br>
            <a:r>
              <a:rPr lang="en-US" sz="1600" dirty="0"/>
              <a:t>Yes, if the prices are affordable for students.</a:t>
            </a:r>
          </a:p>
        </p:txBody>
      </p:sp>
    </p:spTree>
    <p:extLst>
      <p:ext uri="{BB962C8B-B14F-4D97-AF65-F5344CB8AC3E}">
        <p14:creationId xmlns:p14="http://schemas.microsoft.com/office/powerpoint/2010/main" val="2897769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40E30-F51A-F110-DD35-41AC800B9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>
            <a:extLst>
              <a:ext uri="{FF2B5EF4-FFF2-40B4-BE49-F238E27FC236}">
                <a16:creationId xmlns:a16="http://schemas.microsoft.com/office/drawing/2014/main" id="{567F4122-498E-9BF9-497D-CDE6AAEE437B}"/>
              </a:ext>
            </a:extLst>
          </p:cNvPr>
          <p:cNvSpPr/>
          <p:nvPr/>
        </p:nvSpPr>
        <p:spPr>
          <a:xfrm>
            <a:off x="840553" y="587792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IN" sz="3200" b="1" dirty="0"/>
              <a:t>MVP Core Features</a:t>
            </a:r>
            <a:endParaRPr lang="en-US" sz="32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69025A02-CBDB-70DE-709A-E7294640C2BB}"/>
              </a:ext>
            </a:extLst>
          </p:cNvPr>
          <p:cNvSpPr/>
          <p:nvPr/>
        </p:nvSpPr>
        <p:spPr>
          <a:xfrm>
            <a:off x="840553" y="1592031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r>
              <a:rPr lang="en-US" sz="1600" dirty="0"/>
              <a:t>1.Login  2.Search   3.Listings   4.Booking</a:t>
            </a:r>
          </a:p>
          <a:p>
            <a:endParaRPr lang="en-US" sz="1600" dirty="0"/>
          </a:p>
          <a:p>
            <a:r>
              <a:rPr lang="en-US" sz="1600" dirty="0"/>
              <a:t>Home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dirty="0"/>
              <a:t>Search bar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dirty="0"/>
              <a:t>Category listing</a:t>
            </a:r>
          </a:p>
          <a:p>
            <a:endParaRPr lang="en-US" sz="1600" dirty="0"/>
          </a:p>
          <a:p>
            <a:r>
              <a:rPr lang="en-US" sz="1600" dirty="0"/>
              <a:t>Booking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dirty="0"/>
              <a:t>Select date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dirty="0"/>
              <a:t>Upload ID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dirty="0"/>
              <a:t>Confirm booking</a:t>
            </a:r>
          </a:p>
          <a:p>
            <a:pPr marL="457200" indent="-457200">
              <a:buFont typeface="+mj-lt"/>
              <a:buAutoNum type="arabicPeriod"/>
            </a:pP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15778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E533A-83ED-3023-E85C-BDB117FCF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>
            <a:extLst>
              <a:ext uri="{FF2B5EF4-FFF2-40B4-BE49-F238E27FC236}">
                <a16:creationId xmlns:a16="http://schemas.microsoft.com/office/drawing/2014/main" id="{C3BB4BFC-021C-E0CC-29A4-3E1CE45CF270}"/>
              </a:ext>
            </a:extLst>
          </p:cNvPr>
          <p:cNvSpPr/>
          <p:nvPr/>
        </p:nvSpPr>
        <p:spPr>
          <a:xfrm>
            <a:off x="840553" y="587792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IN" sz="3200" b="1" dirty="0"/>
              <a:t>MVP Sketch</a:t>
            </a:r>
            <a:endParaRPr lang="en-US" sz="32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72722DB0-0BF4-8197-F35B-5C7260105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24" y="1539992"/>
            <a:ext cx="5958004" cy="295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210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76DB3-1C79-2E6E-6C62-611BF0E0F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>
            <a:extLst>
              <a:ext uri="{FF2B5EF4-FFF2-40B4-BE49-F238E27FC236}">
                <a16:creationId xmlns:a16="http://schemas.microsoft.com/office/drawing/2014/main" id="{4CC752F6-09BC-C07B-514A-31C0C171980C}"/>
              </a:ext>
            </a:extLst>
          </p:cNvPr>
          <p:cNvSpPr/>
          <p:nvPr/>
        </p:nvSpPr>
        <p:spPr>
          <a:xfrm>
            <a:off x="840553" y="587792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IN" sz="3200" b="1" dirty="0"/>
              <a:t>Validation Metrics</a:t>
            </a:r>
            <a:endParaRPr lang="en-US" sz="32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96CC5F-17C4-82FA-A68F-9C66AC899021}"/>
              </a:ext>
            </a:extLst>
          </p:cNvPr>
          <p:cNvSpPr txBox="1"/>
          <p:nvPr/>
        </p:nvSpPr>
        <p:spPr>
          <a:xfrm>
            <a:off x="1271239" y="1955180"/>
            <a:ext cx="48842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Sign-ups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Bookings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Repeat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Complaints</a:t>
            </a:r>
          </a:p>
        </p:txBody>
      </p:sp>
    </p:spTree>
    <p:extLst>
      <p:ext uri="{BB962C8B-B14F-4D97-AF65-F5344CB8AC3E}">
        <p14:creationId xmlns:p14="http://schemas.microsoft.com/office/powerpoint/2010/main" val="2522374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2124180" y="1641770"/>
            <a:ext cx="489564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1" u="none" strike="noStrike" dirty="0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Thank You</a:t>
            </a:r>
            <a:endParaRPr lang="fr-FR" sz="5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201;p32"/>
          <p:cNvSpPr/>
          <p:nvPr/>
        </p:nvSpPr>
        <p:spPr>
          <a:xfrm rot="1118400" flipH="1">
            <a:off x="-1409760" y="-1053720"/>
            <a:ext cx="3333960" cy="4627800"/>
          </a:xfrm>
          <a:custGeom>
            <a:avLst/>
            <a:gdLst>
              <a:gd name="textAreaLeft" fmla="*/ -360 w 3333960"/>
              <a:gd name="textAreaRight" fmla="*/ 3333960 w 3333960"/>
              <a:gd name="textAreaTop" fmla="*/ 0 h 4627800"/>
              <a:gd name="textAreaBottom" fmla="*/ 4628160 h 4627800"/>
            </a:gdLst>
            <a:ahLst/>
            <a:cxnLst/>
            <a:rect l="textAreaLeft" t="textAreaTop" r="textAreaRight" b="textAreaBottom"/>
            <a:pathLst>
              <a:path w="72881" h="104143">
                <a:moveTo>
                  <a:pt x="9820" y="0"/>
                </a:moveTo>
                <a:cubicBezTo>
                  <a:pt x="9659" y="0"/>
                  <a:pt x="9503" y="56"/>
                  <a:pt x="9362" y="157"/>
                </a:cubicBezTo>
                <a:cubicBezTo>
                  <a:pt x="9035" y="565"/>
                  <a:pt x="8709" y="973"/>
                  <a:pt x="8464" y="1436"/>
                </a:cubicBezTo>
                <a:cubicBezTo>
                  <a:pt x="7675" y="2742"/>
                  <a:pt x="6885" y="4049"/>
                  <a:pt x="6178" y="5409"/>
                </a:cubicBezTo>
                <a:cubicBezTo>
                  <a:pt x="5443" y="6770"/>
                  <a:pt x="4763" y="8158"/>
                  <a:pt x="4164" y="9600"/>
                </a:cubicBezTo>
                <a:cubicBezTo>
                  <a:pt x="3402" y="11424"/>
                  <a:pt x="2667" y="13247"/>
                  <a:pt x="2068" y="15125"/>
                </a:cubicBezTo>
                <a:cubicBezTo>
                  <a:pt x="1551" y="16594"/>
                  <a:pt x="1170" y="18118"/>
                  <a:pt x="898" y="19642"/>
                </a:cubicBezTo>
                <a:cubicBezTo>
                  <a:pt x="463" y="22037"/>
                  <a:pt x="163" y="24459"/>
                  <a:pt x="27" y="26909"/>
                </a:cubicBezTo>
                <a:cubicBezTo>
                  <a:pt x="0" y="28868"/>
                  <a:pt x="163" y="30855"/>
                  <a:pt x="490" y="32787"/>
                </a:cubicBezTo>
                <a:cubicBezTo>
                  <a:pt x="817" y="35046"/>
                  <a:pt x="1606" y="37223"/>
                  <a:pt x="2803" y="39182"/>
                </a:cubicBezTo>
                <a:cubicBezTo>
                  <a:pt x="3075" y="39645"/>
                  <a:pt x="3375" y="40108"/>
                  <a:pt x="3701" y="40570"/>
                </a:cubicBezTo>
                <a:cubicBezTo>
                  <a:pt x="4654" y="41822"/>
                  <a:pt x="5742" y="42965"/>
                  <a:pt x="6940" y="43999"/>
                </a:cubicBezTo>
                <a:cubicBezTo>
                  <a:pt x="8246" y="45006"/>
                  <a:pt x="9634" y="45850"/>
                  <a:pt x="11131" y="46530"/>
                </a:cubicBezTo>
                <a:cubicBezTo>
                  <a:pt x="14067" y="47838"/>
                  <a:pt x="17238" y="48518"/>
                  <a:pt x="20466" y="48518"/>
                </a:cubicBezTo>
                <a:cubicBezTo>
                  <a:pt x="20529" y="48518"/>
                  <a:pt x="20592" y="48517"/>
                  <a:pt x="20656" y="48517"/>
                </a:cubicBezTo>
                <a:cubicBezTo>
                  <a:pt x="22261" y="48517"/>
                  <a:pt x="23867" y="48462"/>
                  <a:pt x="25473" y="48381"/>
                </a:cubicBezTo>
                <a:cubicBezTo>
                  <a:pt x="26806" y="48326"/>
                  <a:pt x="28140" y="48190"/>
                  <a:pt x="29500" y="48027"/>
                </a:cubicBezTo>
                <a:cubicBezTo>
                  <a:pt x="31052" y="47809"/>
                  <a:pt x="32576" y="47537"/>
                  <a:pt x="34127" y="47319"/>
                </a:cubicBezTo>
                <a:cubicBezTo>
                  <a:pt x="36032" y="47047"/>
                  <a:pt x="37882" y="46775"/>
                  <a:pt x="39842" y="46585"/>
                </a:cubicBezTo>
                <a:cubicBezTo>
                  <a:pt x="41801" y="46394"/>
                  <a:pt x="43761" y="46231"/>
                  <a:pt x="45747" y="46149"/>
                </a:cubicBezTo>
                <a:cubicBezTo>
                  <a:pt x="46010" y="46135"/>
                  <a:pt x="46272" y="46128"/>
                  <a:pt x="46535" y="46128"/>
                </a:cubicBezTo>
                <a:cubicBezTo>
                  <a:pt x="47252" y="46128"/>
                  <a:pt x="47969" y="46178"/>
                  <a:pt x="48687" y="46258"/>
                </a:cubicBezTo>
                <a:cubicBezTo>
                  <a:pt x="50074" y="46340"/>
                  <a:pt x="51462" y="46530"/>
                  <a:pt x="52850" y="46830"/>
                </a:cubicBezTo>
                <a:cubicBezTo>
                  <a:pt x="54238" y="47211"/>
                  <a:pt x="55599" y="47728"/>
                  <a:pt x="56932" y="48299"/>
                </a:cubicBezTo>
                <a:cubicBezTo>
                  <a:pt x="58810" y="49116"/>
                  <a:pt x="60443" y="50367"/>
                  <a:pt x="61695" y="52000"/>
                </a:cubicBezTo>
                <a:cubicBezTo>
                  <a:pt x="62675" y="53170"/>
                  <a:pt x="63437" y="54477"/>
                  <a:pt x="64008" y="55865"/>
                </a:cubicBezTo>
                <a:cubicBezTo>
                  <a:pt x="64797" y="57851"/>
                  <a:pt x="65233" y="59947"/>
                  <a:pt x="65287" y="62042"/>
                </a:cubicBezTo>
                <a:cubicBezTo>
                  <a:pt x="65314" y="63240"/>
                  <a:pt x="65342" y="64437"/>
                  <a:pt x="65287" y="65635"/>
                </a:cubicBezTo>
                <a:cubicBezTo>
                  <a:pt x="65233" y="66886"/>
                  <a:pt x="65097" y="68138"/>
                  <a:pt x="64906" y="69363"/>
                </a:cubicBezTo>
                <a:cubicBezTo>
                  <a:pt x="64580" y="71077"/>
                  <a:pt x="64171" y="72765"/>
                  <a:pt x="63682" y="74425"/>
                </a:cubicBezTo>
                <a:cubicBezTo>
                  <a:pt x="63001" y="76629"/>
                  <a:pt x="62239" y="78834"/>
                  <a:pt x="61368" y="80983"/>
                </a:cubicBezTo>
                <a:cubicBezTo>
                  <a:pt x="60688" y="82752"/>
                  <a:pt x="59817" y="84467"/>
                  <a:pt x="58974" y="86181"/>
                </a:cubicBezTo>
                <a:cubicBezTo>
                  <a:pt x="58402" y="87379"/>
                  <a:pt x="57722" y="88549"/>
                  <a:pt x="57041" y="89719"/>
                </a:cubicBezTo>
                <a:cubicBezTo>
                  <a:pt x="56252" y="91053"/>
                  <a:pt x="55436" y="92386"/>
                  <a:pt x="54619" y="93693"/>
                </a:cubicBezTo>
                <a:cubicBezTo>
                  <a:pt x="54293" y="94237"/>
                  <a:pt x="53939" y="94754"/>
                  <a:pt x="53558" y="95271"/>
                </a:cubicBezTo>
                <a:cubicBezTo>
                  <a:pt x="52959" y="96115"/>
                  <a:pt x="52333" y="96931"/>
                  <a:pt x="51653" y="97856"/>
                </a:cubicBezTo>
                <a:lnTo>
                  <a:pt x="71628" y="104143"/>
                </a:lnTo>
                <a:cubicBezTo>
                  <a:pt x="71737" y="102401"/>
                  <a:pt x="71846" y="100687"/>
                  <a:pt x="71928" y="98999"/>
                </a:cubicBezTo>
                <a:cubicBezTo>
                  <a:pt x="72009" y="97639"/>
                  <a:pt x="72091" y="96278"/>
                  <a:pt x="72172" y="94917"/>
                </a:cubicBezTo>
                <a:cubicBezTo>
                  <a:pt x="72309" y="92658"/>
                  <a:pt x="72254" y="90400"/>
                  <a:pt x="72635" y="88168"/>
                </a:cubicBezTo>
                <a:cubicBezTo>
                  <a:pt x="72744" y="87270"/>
                  <a:pt x="72798" y="86372"/>
                  <a:pt x="72771" y="85474"/>
                </a:cubicBezTo>
                <a:cubicBezTo>
                  <a:pt x="72826" y="84195"/>
                  <a:pt x="72880" y="82943"/>
                  <a:pt x="72880" y="81691"/>
                </a:cubicBezTo>
                <a:cubicBezTo>
                  <a:pt x="72880" y="79160"/>
                  <a:pt x="72798" y="76656"/>
                  <a:pt x="72771" y="74153"/>
                </a:cubicBezTo>
                <a:cubicBezTo>
                  <a:pt x="72798" y="72710"/>
                  <a:pt x="72690" y="71268"/>
                  <a:pt x="72445" y="69853"/>
                </a:cubicBezTo>
                <a:cubicBezTo>
                  <a:pt x="72064" y="67948"/>
                  <a:pt x="71982" y="65961"/>
                  <a:pt x="71655" y="64029"/>
                </a:cubicBezTo>
                <a:cubicBezTo>
                  <a:pt x="71410" y="62151"/>
                  <a:pt x="70921" y="60328"/>
                  <a:pt x="70213" y="58586"/>
                </a:cubicBezTo>
                <a:cubicBezTo>
                  <a:pt x="69505" y="56953"/>
                  <a:pt x="69043" y="55212"/>
                  <a:pt x="67954" y="53769"/>
                </a:cubicBezTo>
                <a:cubicBezTo>
                  <a:pt x="67219" y="52817"/>
                  <a:pt x="66512" y="51810"/>
                  <a:pt x="65777" y="50857"/>
                </a:cubicBezTo>
                <a:cubicBezTo>
                  <a:pt x="64552" y="49279"/>
                  <a:pt x="63028" y="47945"/>
                  <a:pt x="61287" y="46993"/>
                </a:cubicBezTo>
                <a:cubicBezTo>
                  <a:pt x="59736" y="46122"/>
                  <a:pt x="58130" y="45387"/>
                  <a:pt x="56470" y="44761"/>
                </a:cubicBezTo>
                <a:cubicBezTo>
                  <a:pt x="53585" y="43700"/>
                  <a:pt x="50510" y="43264"/>
                  <a:pt x="47462" y="42938"/>
                </a:cubicBezTo>
                <a:cubicBezTo>
                  <a:pt x="45938" y="42775"/>
                  <a:pt x="44414" y="42666"/>
                  <a:pt x="42863" y="42584"/>
                </a:cubicBezTo>
                <a:cubicBezTo>
                  <a:pt x="40930" y="42475"/>
                  <a:pt x="38998" y="42421"/>
                  <a:pt x="37066" y="42339"/>
                </a:cubicBezTo>
                <a:cubicBezTo>
                  <a:pt x="36222" y="42285"/>
                  <a:pt x="35379" y="42258"/>
                  <a:pt x="34535" y="42203"/>
                </a:cubicBezTo>
                <a:cubicBezTo>
                  <a:pt x="32440" y="42094"/>
                  <a:pt x="30344" y="41985"/>
                  <a:pt x="28276" y="41849"/>
                </a:cubicBezTo>
                <a:cubicBezTo>
                  <a:pt x="26915" y="41740"/>
                  <a:pt x="25554" y="41659"/>
                  <a:pt x="24221" y="41468"/>
                </a:cubicBezTo>
                <a:cubicBezTo>
                  <a:pt x="22044" y="41169"/>
                  <a:pt x="19894" y="40652"/>
                  <a:pt x="17826" y="39917"/>
                </a:cubicBezTo>
                <a:cubicBezTo>
                  <a:pt x="15893" y="39237"/>
                  <a:pt x="14152" y="38094"/>
                  <a:pt x="12736" y="36597"/>
                </a:cubicBezTo>
                <a:cubicBezTo>
                  <a:pt x="11675" y="35427"/>
                  <a:pt x="10886" y="34012"/>
                  <a:pt x="10423" y="32488"/>
                </a:cubicBezTo>
                <a:cubicBezTo>
                  <a:pt x="10042" y="31072"/>
                  <a:pt x="9743" y="29603"/>
                  <a:pt x="9580" y="28133"/>
                </a:cubicBezTo>
                <a:cubicBezTo>
                  <a:pt x="9416" y="26963"/>
                  <a:pt x="9389" y="25738"/>
                  <a:pt x="9444" y="24541"/>
                </a:cubicBezTo>
                <a:cubicBezTo>
                  <a:pt x="9525" y="22772"/>
                  <a:pt x="9716" y="21030"/>
                  <a:pt x="9906" y="19261"/>
                </a:cubicBezTo>
                <a:cubicBezTo>
                  <a:pt x="10015" y="18173"/>
                  <a:pt x="10151" y="17084"/>
                  <a:pt x="10369" y="16023"/>
                </a:cubicBezTo>
                <a:cubicBezTo>
                  <a:pt x="10559" y="14853"/>
                  <a:pt x="10859" y="13683"/>
                  <a:pt x="11104" y="12485"/>
                </a:cubicBezTo>
                <a:cubicBezTo>
                  <a:pt x="11702" y="9628"/>
                  <a:pt x="12274" y="6743"/>
                  <a:pt x="12873" y="3885"/>
                </a:cubicBezTo>
                <a:cubicBezTo>
                  <a:pt x="13036" y="3015"/>
                  <a:pt x="13281" y="2171"/>
                  <a:pt x="13498" y="1327"/>
                </a:cubicBezTo>
                <a:cubicBezTo>
                  <a:pt x="12274" y="865"/>
                  <a:pt x="11158" y="429"/>
                  <a:pt x="9988" y="21"/>
                </a:cubicBezTo>
                <a:cubicBezTo>
                  <a:pt x="9932" y="7"/>
                  <a:pt x="9875" y="0"/>
                  <a:pt x="9820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8" name="Google Shape;202;p32"/>
          <p:cNvSpPr/>
          <p:nvPr/>
        </p:nvSpPr>
        <p:spPr>
          <a:xfrm rot="15300000">
            <a:off x="6255720" y="1578600"/>
            <a:ext cx="5370840" cy="2151360"/>
          </a:xfrm>
          <a:custGeom>
            <a:avLst/>
            <a:gdLst>
              <a:gd name="textAreaLeft" fmla="*/ 0 w 5370840"/>
              <a:gd name="textAreaRight" fmla="*/ 5371200 w 5370840"/>
              <a:gd name="textAreaTop" fmla="*/ 0 h 2151360"/>
              <a:gd name="textAreaBottom" fmla="*/ 2151720 h 215136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9" name="Google Shape;203;p32"/>
          <p:cNvSpPr/>
          <p:nvPr/>
        </p:nvSpPr>
        <p:spPr>
          <a:xfrm>
            <a:off x="-802440" y="3852360"/>
            <a:ext cx="3750480" cy="1502280"/>
          </a:xfrm>
          <a:custGeom>
            <a:avLst/>
            <a:gdLst>
              <a:gd name="textAreaLeft" fmla="*/ 0 w 3750480"/>
              <a:gd name="textAreaRight" fmla="*/ 3750840 w 3750480"/>
              <a:gd name="textAreaTop" fmla="*/ 0 h 1502280"/>
              <a:gd name="textAreaBottom" fmla="*/ 1502640 h 1502280"/>
            </a:gdLst>
            <a:ahLst/>
            <a:cxnLst/>
            <a:rect l="textAreaLeft" t="textAreaTop" r="textAreaRight" b="textAreaBottom"/>
            <a:pathLst>
              <a:path w="137869" h="54956">
                <a:moveTo>
                  <a:pt x="85612" y="0"/>
                </a:moveTo>
                <a:cubicBezTo>
                  <a:pt x="83358" y="0"/>
                  <a:pt x="81113" y="139"/>
                  <a:pt x="78868" y="418"/>
                </a:cubicBezTo>
                <a:cubicBezTo>
                  <a:pt x="76990" y="690"/>
                  <a:pt x="75085" y="853"/>
                  <a:pt x="73207" y="1180"/>
                </a:cubicBezTo>
                <a:cubicBezTo>
                  <a:pt x="70458" y="1670"/>
                  <a:pt x="67683" y="2241"/>
                  <a:pt x="64934" y="2894"/>
                </a:cubicBezTo>
                <a:cubicBezTo>
                  <a:pt x="61886" y="3602"/>
                  <a:pt x="58838" y="4418"/>
                  <a:pt x="55790" y="5207"/>
                </a:cubicBezTo>
                <a:cubicBezTo>
                  <a:pt x="54103" y="5643"/>
                  <a:pt x="52415" y="6106"/>
                  <a:pt x="50728" y="6568"/>
                </a:cubicBezTo>
                <a:cubicBezTo>
                  <a:pt x="47326" y="7439"/>
                  <a:pt x="43897" y="8310"/>
                  <a:pt x="40468" y="9154"/>
                </a:cubicBezTo>
                <a:cubicBezTo>
                  <a:pt x="38482" y="9643"/>
                  <a:pt x="36522" y="10160"/>
                  <a:pt x="34508" y="10541"/>
                </a:cubicBezTo>
                <a:cubicBezTo>
                  <a:pt x="32086" y="11031"/>
                  <a:pt x="29664" y="11412"/>
                  <a:pt x="27242" y="11793"/>
                </a:cubicBezTo>
                <a:cubicBezTo>
                  <a:pt x="25283" y="12120"/>
                  <a:pt x="23296" y="12365"/>
                  <a:pt x="21282" y="12474"/>
                </a:cubicBezTo>
                <a:cubicBezTo>
                  <a:pt x="20391" y="12505"/>
                  <a:pt x="19497" y="12528"/>
                  <a:pt x="18602" y="12528"/>
                </a:cubicBezTo>
                <a:cubicBezTo>
                  <a:pt x="16411" y="12528"/>
                  <a:pt x="14213" y="12393"/>
                  <a:pt x="12029" y="11929"/>
                </a:cubicBezTo>
                <a:cubicBezTo>
                  <a:pt x="9580" y="11440"/>
                  <a:pt x="7240" y="10514"/>
                  <a:pt x="5090" y="9208"/>
                </a:cubicBezTo>
                <a:cubicBezTo>
                  <a:pt x="3811" y="8310"/>
                  <a:pt x="2586" y="7357"/>
                  <a:pt x="1416" y="6296"/>
                </a:cubicBezTo>
                <a:cubicBezTo>
                  <a:pt x="980" y="5888"/>
                  <a:pt x="572" y="5452"/>
                  <a:pt x="191" y="4963"/>
                </a:cubicBezTo>
                <a:cubicBezTo>
                  <a:pt x="28" y="5180"/>
                  <a:pt x="28" y="5262"/>
                  <a:pt x="28" y="5344"/>
                </a:cubicBezTo>
                <a:lnTo>
                  <a:pt x="28" y="24992"/>
                </a:lnTo>
                <a:cubicBezTo>
                  <a:pt x="1" y="25319"/>
                  <a:pt x="218" y="25618"/>
                  <a:pt x="545" y="25673"/>
                </a:cubicBezTo>
                <a:cubicBezTo>
                  <a:pt x="2396" y="26162"/>
                  <a:pt x="4246" y="26761"/>
                  <a:pt x="6124" y="27115"/>
                </a:cubicBezTo>
                <a:cubicBezTo>
                  <a:pt x="8165" y="27469"/>
                  <a:pt x="10206" y="27714"/>
                  <a:pt x="12274" y="27850"/>
                </a:cubicBezTo>
                <a:cubicBezTo>
                  <a:pt x="12566" y="27864"/>
                  <a:pt x="12856" y="27871"/>
                  <a:pt x="13145" y="27871"/>
                </a:cubicBezTo>
                <a:cubicBezTo>
                  <a:pt x="13934" y="27871"/>
                  <a:pt x="14716" y="27821"/>
                  <a:pt x="15513" y="27741"/>
                </a:cubicBezTo>
                <a:cubicBezTo>
                  <a:pt x="17608" y="27578"/>
                  <a:pt x="19677" y="27333"/>
                  <a:pt x="21745" y="26979"/>
                </a:cubicBezTo>
                <a:cubicBezTo>
                  <a:pt x="24630" y="26407"/>
                  <a:pt x="27460" y="25673"/>
                  <a:pt x="30263" y="24802"/>
                </a:cubicBezTo>
                <a:cubicBezTo>
                  <a:pt x="32739" y="23985"/>
                  <a:pt x="35161" y="23033"/>
                  <a:pt x="37529" y="21971"/>
                </a:cubicBezTo>
                <a:cubicBezTo>
                  <a:pt x="41149" y="20420"/>
                  <a:pt x="44714" y="18733"/>
                  <a:pt x="48306" y="17100"/>
                </a:cubicBezTo>
                <a:cubicBezTo>
                  <a:pt x="50320" y="16175"/>
                  <a:pt x="52279" y="15141"/>
                  <a:pt x="54266" y="14215"/>
                </a:cubicBezTo>
                <a:cubicBezTo>
                  <a:pt x="57314" y="12855"/>
                  <a:pt x="60362" y="11494"/>
                  <a:pt x="63437" y="10215"/>
                </a:cubicBezTo>
                <a:cubicBezTo>
                  <a:pt x="65342" y="9398"/>
                  <a:pt x="67274" y="8691"/>
                  <a:pt x="69234" y="8065"/>
                </a:cubicBezTo>
                <a:cubicBezTo>
                  <a:pt x="71656" y="7330"/>
                  <a:pt x="74105" y="6704"/>
                  <a:pt x="76554" y="6187"/>
                </a:cubicBezTo>
                <a:cubicBezTo>
                  <a:pt x="78432" y="5833"/>
                  <a:pt x="80310" y="5561"/>
                  <a:pt x="82188" y="5398"/>
                </a:cubicBezTo>
                <a:cubicBezTo>
                  <a:pt x="82800" y="5357"/>
                  <a:pt x="83406" y="5337"/>
                  <a:pt x="84011" y="5337"/>
                </a:cubicBezTo>
                <a:cubicBezTo>
                  <a:pt x="84617" y="5337"/>
                  <a:pt x="85222" y="5357"/>
                  <a:pt x="85834" y="5398"/>
                </a:cubicBezTo>
                <a:cubicBezTo>
                  <a:pt x="86950" y="5425"/>
                  <a:pt x="88039" y="5534"/>
                  <a:pt x="89155" y="5616"/>
                </a:cubicBezTo>
                <a:cubicBezTo>
                  <a:pt x="91468" y="5833"/>
                  <a:pt x="93754" y="6405"/>
                  <a:pt x="95904" y="7276"/>
                </a:cubicBezTo>
                <a:cubicBezTo>
                  <a:pt x="98326" y="8201"/>
                  <a:pt x="100585" y="9480"/>
                  <a:pt x="102626" y="11086"/>
                </a:cubicBezTo>
                <a:cubicBezTo>
                  <a:pt x="103932" y="12147"/>
                  <a:pt x="105184" y="13317"/>
                  <a:pt x="106327" y="14542"/>
                </a:cubicBezTo>
                <a:cubicBezTo>
                  <a:pt x="107470" y="15794"/>
                  <a:pt x="108504" y="17073"/>
                  <a:pt x="109484" y="18434"/>
                </a:cubicBezTo>
                <a:cubicBezTo>
                  <a:pt x="110218" y="19495"/>
                  <a:pt x="110899" y="20611"/>
                  <a:pt x="111470" y="21754"/>
                </a:cubicBezTo>
                <a:cubicBezTo>
                  <a:pt x="112260" y="23251"/>
                  <a:pt x="112967" y="24802"/>
                  <a:pt x="113593" y="26407"/>
                </a:cubicBezTo>
                <a:cubicBezTo>
                  <a:pt x="114409" y="28585"/>
                  <a:pt x="115117" y="30789"/>
                  <a:pt x="115743" y="33048"/>
                </a:cubicBezTo>
                <a:cubicBezTo>
                  <a:pt x="116206" y="34708"/>
                  <a:pt x="116559" y="36395"/>
                  <a:pt x="116832" y="38110"/>
                </a:cubicBezTo>
                <a:cubicBezTo>
                  <a:pt x="117240" y="40777"/>
                  <a:pt x="117621" y="43416"/>
                  <a:pt x="117920" y="46056"/>
                </a:cubicBezTo>
                <a:cubicBezTo>
                  <a:pt x="118083" y="47580"/>
                  <a:pt x="118111" y="49131"/>
                  <a:pt x="118165" y="50683"/>
                </a:cubicBezTo>
                <a:cubicBezTo>
                  <a:pt x="118192" y="52098"/>
                  <a:pt x="118165" y="53540"/>
                  <a:pt x="118165" y="54955"/>
                </a:cubicBezTo>
                <a:lnTo>
                  <a:pt x="137868" y="54955"/>
                </a:lnTo>
                <a:cubicBezTo>
                  <a:pt x="137678" y="54411"/>
                  <a:pt x="137460" y="53839"/>
                  <a:pt x="137269" y="53295"/>
                </a:cubicBezTo>
                <a:cubicBezTo>
                  <a:pt x="136562" y="51227"/>
                  <a:pt x="135881" y="49131"/>
                  <a:pt x="135119" y="47090"/>
                </a:cubicBezTo>
                <a:cubicBezTo>
                  <a:pt x="134494" y="45294"/>
                  <a:pt x="133868" y="43552"/>
                  <a:pt x="133133" y="41756"/>
                </a:cubicBezTo>
                <a:cubicBezTo>
                  <a:pt x="132425" y="39960"/>
                  <a:pt x="131663" y="38191"/>
                  <a:pt x="130874" y="36395"/>
                </a:cubicBezTo>
                <a:cubicBezTo>
                  <a:pt x="130139" y="34762"/>
                  <a:pt x="129404" y="33129"/>
                  <a:pt x="128615" y="31496"/>
                </a:cubicBezTo>
                <a:cubicBezTo>
                  <a:pt x="127908" y="30081"/>
                  <a:pt x="127173" y="28666"/>
                  <a:pt x="126411" y="27251"/>
                </a:cubicBezTo>
                <a:cubicBezTo>
                  <a:pt x="125703" y="25945"/>
                  <a:pt x="124969" y="24666"/>
                  <a:pt x="124179" y="23387"/>
                </a:cubicBezTo>
                <a:cubicBezTo>
                  <a:pt x="123499" y="22271"/>
                  <a:pt x="122764" y="21182"/>
                  <a:pt x="122029" y="20094"/>
                </a:cubicBezTo>
                <a:cubicBezTo>
                  <a:pt x="120669" y="18025"/>
                  <a:pt x="119145" y="16066"/>
                  <a:pt x="117430" y="14270"/>
                </a:cubicBezTo>
                <a:cubicBezTo>
                  <a:pt x="116723" y="13535"/>
                  <a:pt x="116015" y="12773"/>
                  <a:pt x="115308" y="12038"/>
                </a:cubicBezTo>
                <a:cubicBezTo>
                  <a:pt x="113348" y="9970"/>
                  <a:pt x="111144" y="8147"/>
                  <a:pt x="108749" y="6650"/>
                </a:cubicBezTo>
                <a:cubicBezTo>
                  <a:pt x="107524" y="5915"/>
                  <a:pt x="106327" y="5071"/>
                  <a:pt x="105048" y="4418"/>
                </a:cubicBezTo>
                <a:cubicBezTo>
                  <a:pt x="102735" y="3221"/>
                  <a:pt x="100285" y="2268"/>
                  <a:pt x="97754" y="1561"/>
                </a:cubicBezTo>
                <a:cubicBezTo>
                  <a:pt x="94842" y="744"/>
                  <a:pt x="91822" y="254"/>
                  <a:pt x="88774" y="91"/>
                </a:cubicBezTo>
                <a:cubicBezTo>
                  <a:pt x="87717" y="31"/>
                  <a:pt x="86664" y="0"/>
                  <a:pt x="8561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cing Strategies Consulting by Slidesgo">
  <a:themeElements>
    <a:clrScheme name="Simple Light">
      <a:dk1>
        <a:srgbClr val="000000"/>
      </a:dk1>
      <a:lt1>
        <a:srgbClr val="72D9EC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575</Words>
  <Application>Microsoft Office PowerPoint</Application>
  <PresentationFormat>On-screen Show (16:9)</PresentationFormat>
  <Paragraphs>107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Didact Gothic</vt:lpstr>
      <vt:lpstr>OpenSymbol</vt:lpstr>
      <vt:lpstr>Raleway</vt:lpstr>
      <vt:lpstr>Symbol</vt:lpstr>
      <vt:lpstr>Wingdings</vt:lpstr>
      <vt:lpstr>Pricing Strategies Consulting by Slidesgo</vt:lpstr>
      <vt:lpstr>Slidesgo Final Pages</vt:lpstr>
      <vt:lpstr>Startup Assignment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Mudavath Shashank</cp:lastModifiedBy>
  <cp:revision>2</cp:revision>
  <dcterms:modified xsi:type="dcterms:W3CDTF">2026-02-12T18:15:37Z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2026-02-12T17:31:35Z</dcterms:created>
  <dc:creator>Unknown Creator</dc:creator>
  <dc:description/>
  <dc:language>en-US</dc:language>
  <cp:lastModifiedBy>Unknown Creator</cp:lastModifiedBy>
  <dcterms:modified xsi:type="dcterms:W3CDTF">2026-02-12T17:31:35Z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